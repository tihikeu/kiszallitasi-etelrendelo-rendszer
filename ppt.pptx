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0" r:id="rId3"/>
    <p:sldId id="262" r:id="rId4"/>
    <p:sldId id="263" r:id="rId5"/>
    <p:sldId id="265" r:id="rId6"/>
    <p:sldId id="269" r:id="rId7"/>
    <p:sldId id="270" r:id="rId8"/>
    <p:sldId id="274" r:id="rId9"/>
    <p:sldId id="272" r:id="rId10"/>
    <p:sldId id="273" r:id="rId1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0F2C"/>
    <a:srgbClr val="212121"/>
    <a:srgbClr val="262626"/>
    <a:srgbClr val="17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4552" autoAdjust="0"/>
  </p:normalViewPr>
  <p:slideViewPr>
    <p:cSldViewPr snapToGrid="0">
      <p:cViewPr>
        <p:scale>
          <a:sx n="66" d="100"/>
          <a:sy n="66" d="100"/>
        </p:scale>
        <p:origin x="48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2EAB1B-2F12-4B2D-A2E8-B1A932ECD197}" type="datetimeFigureOut">
              <a:rPr lang="hu-HU" smtClean="0"/>
              <a:t>2026. 10. 13.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EDF4BA-E94D-4420-B267-1A10AF46C6A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04526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EDF4BA-E94D-4420-B267-1A10AF46C6A5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33139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EDF4BA-E94D-4420-B267-1A10AF46C6A5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34017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EDF4BA-E94D-4420-B267-1A10AF46C6A5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98099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729D2-9EC5-8063-2C98-53C2049D2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>
            <a:extLst>
              <a:ext uri="{FF2B5EF4-FFF2-40B4-BE49-F238E27FC236}">
                <a16:creationId xmlns:a16="http://schemas.microsoft.com/office/drawing/2014/main" id="{7DD7AABA-06E6-8C8F-DF17-EBB149D7C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>
            <a:extLst>
              <a:ext uri="{FF2B5EF4-FFF2-40B4-BE49-F238E27FC236}">
                <a16:creationId xmlns:a16="http://schemas.microsoft.com/office/drawing/2014/main" id="{75C6922F-6577-4C72-6918-7E9A001EF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79032519-B2C3-ABC0-91C0-31054A1A79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EDF4BA-E94D-4420-B267-1A10AF46C6A5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484837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EDF4BA-E94D-4420-B267-1A10AF46C6A5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73967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D347AC1-60AA-9BAC-93C8-D84823429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AF3D1905-0EEB-3BD0-EB55-DA4A987197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7AD7E97-6F78-53EF-7B8B-763078816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7248B-8E26-447E-857F-8F466E9F2DBC}" type="datetimeFigureOut">
              <a:rPr lang="hu-HU" smtClean="0"/>
              <a:t>2026. 10. 13.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AC7187B-725B-7530-DCA9-9D78CF1A2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186027E-50CD-FFFF-ADFB-2DDD76256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E4F6-A09D-4EB9-B3AF-DBD90ED4B3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91417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3FAF91B-7264-ED06-9A04-CE6A1CEC6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57310AF-E1E9-42CC-EF2F-685173F2D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F3D86C9-E12E-F47F-E478-E9D3F8D33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7248B-8E26-447E-857F-8F466E9F2DBC}" type="datetimeFigureOut">
              <a:rPr lang="hu-HU" smtClean="0"/>
              <a:t>2026. 10. 13.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9706639-E76D-A0CD-0C6C-71061D30D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B91695F-5BFC-4AC6-054E-6D3F23E66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E4F6-A09D-4EB9-B3AF-DBD90ED4B3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53307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F65F0B2-0847-9CB8-3F3B-67273DB0D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C9EA82C-4848-7AFE-5EC4-CE8EB17AF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8D0904E-7FDC-56AB-4539-9BC194AC6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7248B-8E26-447E-857F-8F466E9F2DBC}" type="datetimeFigureOut">
              <a:rPr lang="hu-HU" smtClean="0"/>
              <a:t>2026. 10. 13.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21CFACD-70AE-BF4F-16EC-65A2599E7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93804DA-DF88-5DFD-2321-1E7B0740D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E4F6-A09D-4EB9-B3AF-DBD90ED4B3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384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01D897B-D493-2B75-ABD2-CF87E68F1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AD46F3B-24D2-8DA8-3145-8035F3FBCE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4FEA96A6-80F4-55C0-34FD-3CE8BCB5A7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F6E2E06-C160-4101-35C9-327837FFA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7248B-8E26-447E-857F-8F466E9F2DBC}" type="datetimeFigureOut">
              <a:rPr lang="hu-HU" smtClean="0"/>
              <a:t>2026. 10. 13.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64686D4E-A8C1-483B-E2AE-EB66D9312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0E0437A-8C50-1432-FB25-07848B483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E4F6-A09D-4EB9-B3AF-DBD90ED4B3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29552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D8F03B5-7BE3-3F4E-8E6B-EA4B43DD4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D4F69F5-21C0-C328-AAF9-EF12518ED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44C30B06-258C-C9C0-6AE5-73476DAEAF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6ECA9254-B287-D8F0-0A05-7FB7781013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CE474B43-8BFE-ADEE-4EDF-F9ED6A8092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3312DDB3-5B71-C357-A82B-4C364778E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7248B-8E26-447E-857F-8F466E9F2DBC}" type="datetimeFigureOut">
              <a:rPr lang="hu-HU" smtClean="0"/>
              <a:t>2026. 10. 13.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612265C7-A187-2F8C-562A-EF6F78BE1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88E17061-9F1E-0463-7DCF-0E728E73A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E4F6-A09D-4EB9-B3AF-DBD90ED4B3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6401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E255772-A3EE-AFA7-BDC9-F9A61C577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4580B111-0F07-D65C-FBB8-716138587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7248B-8E26-447E-857F-8F466E9F2DBC}" type="datetimeFigureOut">
              <a:rPr lang="hu-HU" smtClean="0"/>
              <a:t>2026. 10. 13.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CD16C506-83D0-E38B-9643-329FCE13A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92ADB5DF-8B5C-6E63-EED3-A03DA26E0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E4F6-A09D-4EB9-B3AF-DBD90ED4B3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687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F5EA9926-8C44-B304-A205-E88500010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7248B-8E26-447E-857F-8F466E9F2DBC}" type="datetimeFigureOut">
              <a:rPr lang="hu-HU" smtClean="0"/>
              <a:t>2026. 10. 13.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BEEF0899-6025-149C-A7D1-D266A0986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B7095A56-E186-759E-4920-A8CC0FEA0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E4F6-A09D-4EB9-B3AF-DBD90ED4B3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9157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A5800F6-14C6-0584-70F7-08B26CACE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01ECFBB-D6DC-6D4D-C97A-3DB149902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6CA933F-30CC-4CA1-80FA-261217063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E255181-F1FA-ADAF-CCBC-978A23747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7248B-8E26-447E-857F-8F466E9F2DBC}" type="datetimeFigureOut">
              <a:rPr lang="hu-HU" smtClean="0"/>
              <a:t>2026. 10. 13.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9D7402A7-5685-CCE8-30CE-830CA6DC1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DACBC8F0-9E31-463F-89AC-8AD99DEA0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E4F6-A09D-4EB9-B3AF-DBD90ED4B3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8911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C118A5D-A0D3-167C-B8F3-28C44B9D6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F5151452-D45B-4B82-6BA7-1221F965D88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08A501F-F7B7-BCF5-351E-40B04291B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1FEF7DA-2E6B-22C7-ACA5-D8C1FFE9A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7248B-8E26-447E-857F-8F466E9F2DBC}" type="datetimeFigureOut">
              <a:rPr lang="hu-HU" smtClean="0"/>
              <a:t>2026. 10. 13.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22F4A8A-69A0-32E0-C47C-B59F291C0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5107A40-032F-7D82-E26D-2EA4EC5F2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E4F6-A09D-4EB9-B3AF-DBD90ED4B3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8704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A50471-6785-2D0E-1696-452A7C8F6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83244B6A-A86E-AB41-F28E-8AB625767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1A1EECF-7963-CDBE-2D29-3EB639087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7248B-8E26-447E-857F-8F466E9F2DBC}" type="datetimeFigureOut">
              <a:rPr lang="hu-HU" smtClean="0"/>
              <a:t>2026. 10. 13.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DA98398-22FE-9085-1DB5-54D839017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B7EC3E0-9989-BAA3-BC0D-59894496E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E4F6-A09D-4EB9-B3AF-DBD90ED4B3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04256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5A82BB2E-782E-E98C-C97C-1D1BC9B15A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C1FDFF2A-7C7D-0806-2226-AD225911F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EEB955A-F01F-2605-3A44-10F077E76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7248B-8E26-447E-857F-8F466E9F2DBC}" type="datetimeFigureOut">
              <a:rPr lang="hu-HU" smtClean="0"/>
              <a:t>2026. 10. 13.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0E7004E-C3FB-B9BD-89FA-D8D4D5440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9B88036-C19D-F14F-66AF-559177EAD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86E4F6-A09D-4EB9-B3AF-DBD90ED4B3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62016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lumMod val="10000"/>
              </a:schemeClr>
            </a:gs>
            <a:gs pos="100000">
              <a:schemeClr val="tx1"/>
            </a:gs>
          </a:gsLst>
          <a:lin ang="6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09A51367-52C2-B7B7-F5A3-E7AA470C2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55D2980-9554-3F00-FFB0-D04082632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9F848F0-3B31-7436-F2C8-A42DD8087E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47248B-8E26-447E-857F-8F466E9F2DBC}" type="datetimeFigureOut">
              <a:rPr lang="hu-HU" smtClean="0"/>
              <a:t>2026. 10. 13.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A2F268C-5DEE-B2A8-42DD-8C9CA05CB2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EA73E2E-201E-54D1-530E-25D3EDB53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86E4F6-A09D-4EB9-B3AF-DBD90ED4B3A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2740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lumMod val="10000"/>
              </a:schemeClr>
            </a:gs>
            <a:gs pos="100000">
              <a:schemeClr val="tx1"/>
            </a:gs>
          </a:gsLst>
          <a:lin ang="6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Ábra 4" descr="Könyvjelző egyszínű kitöltéssel">
            <a:extLst>
              <a:ext uri="{FF2B5EF4-FFF2-40B4-BE49-F238E27FC236}">
                <a16:creationId xmlns:a16="http://schemas.microsoft.com/office/drawing/2014/main" id="{E46813CA-DC4E-636D-2C5F-E9D5E8F10F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8509" y="-170936"/>
            <a:ext cx="1802859" cy="1802859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E051854F-604E-44D5-4E84-B64C01B1B800}"/>
              </a:ext>
            </a:extLst>
          </p:cNvPr>
          <p:cNvSpPr txBox="1"/>
          <p:nvPr/>
        </p:nvSpPr>
        <p:spPr>
          <a:xfrm>
            <a:off x="11104606" y="38784"/>
            <a:ext cx="69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>
                <a:latin typeface="Arial Black" panose="020B0A04020102020204" pitchFamily="34" charset="0"/>
              </a:rPr>
              <a:t>IKT</a:t>
            </a:r>
          </a:p>
        </p:txBody>
      </p:sp>
      <p:pic>
        <p:nvPicPr>
          <p:cNvPr id="9" name="Ábra 8" descr="Értekezlet körvonalas">
            <a:extLst>
              <a:ext uri="{FF2B5EF4-FFF2-40B4-BE49-F238E27FC236}">
                <a16:creationId xmlns:a16="http://schemas.microsoft.com/office/drawing/2014/main" id="{96C37A22-3DB9-3535-937C-EF0C6E5657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04606" y="324132"/>
            <a:ext cx="690664" cy="690664"/>
          </a:xfrm>
          <a:prstGeom prst="rect">
            <a:avLst/>
          </a:prstGeom>
        </p:spPr>
      </p:pic>
      <p:sp>
        <p:nvSpPr>
          <p:cNvPr id="91" name="Szövegdoboz 90">
            <a:extLst>
              <a:ext uri="{FF2B5EF4-FFF2-40B4-BE49-F238E27FC236}">
                <a16:creationId xmlns:a16="http://schemas.microsoft.com/office/drawing/2014/main" id="{A4130DFA-498D-BB90-B8A6-BBFBBAEBDA95}"/>
              </a:ext>
            </a:extLst>
          </p:cNvPr>
          <p:cNvSpPr txBox="1"/>
          <p:nvPr/>
        </p:nvSpPr>
        <p:spPr>
          <a:xfrm>
            <a:off x="86022" y="2620057"/>
            <a:ext cx="120199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5400" dirty="0">
                <a:solidFill>
                  <a:schemeClr val="bg1"/>
                </a:solidFill>
                <a:latin typeface="Arial Black" panose="020B0A04020102020204" pitchFamily="34" charset="0"/>
              </a:rPr>
              <a:t>Kiszállítás &amp; ételrendelő rendszer</a:t>
            </a:r>
            <a:endParaRPr lang="hu-HU" sz="5400" dirty="0"/>
          </a:p>
        </p:txBody>
      </p:sp>
      <p:sp>
        <p:nvSpPr>
          <p:cNvPr id="93" name="Szövegdoboz 92">
            <a:extLst>
              <a:ext uri="{FF2B5EF4-FFF2-40B4-BE49-F238E27FC236}">
                <a16:creationId xmlns:a16="http://schemas.microsoft.com/office/drawing/2014/main" id="{D00ED2CC-E3C1-6BC4-4394-D57EAFF2620F}"/>
              </a:ext>
            </a:extLst>
          </p:cNvPr>
          <p:cNvSpPr txBox="1"/>
          <p:nvPr/>
        </p:nvSpPr>
        <p:spPr>
          <a:xfrm>
            <a:off x="86022" y="6195314"/>
            <a:ext cx="120199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600" dirty="0">
                <a:solidFill>
                  <a:schemeClr val="bg1"/>
                </a:solidFill>
                <a:latin typeface="Arial Black" panose="020B0A04020102020204" pitchFamily="34" charset="0"/>
              </a:rPr>
              <a:t>Készítette: Tóth Tihamér</a:t>
            </a:r>
            <a:endParaRPr lang="hu-HU" sz="1600" dirty="0"/>
          </a:p>
        </p:txBody>
      </p:sp>
    </p:spTree>
    <p:extLst>
      <p:ext uri="{BB962C8B-B14F-4D97-AF65-F5344CB8AC3E}">
        <p14:creationId xmlns:p14="http://schemas.microsoft.com/office/powerpoint/2010/main" val="2604771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D0E19-48CD-2B0C-B7DD-F9967ED19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4DF17576-E042-BDFD-2EAA-D81082415241}"/>
              </a:ext>
            </a:extLst>
          </p:cNvPr>
          <p:cNvSpPr/>
          <p:nvPr/>
        </p:nvSpPr>
        <p:spPr>
          <a:xfrm flipV="1">
            <a:off x="5384800" y="982187"/>
            <a:ext cx="3429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6" name="Ábra 5" descr="Könyvjelző egyszínű kitöltéssel">
            <a:extLst>
              <a:ext uri="{FF2B5EF4-FFF2-40B4-BE49-F238E27FC236}">
                <a16:creationId xmlns:a16="http://schemas.microsoft.com/office/drawing/2014/main" id="{515A016A-C1B5-D032-44D2-1C7C96F0CA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48509" y="-170936"/>
            <a:ext cx="1802859" cy="1802859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D6BF57DE-2F0E-55F4-F432-CD41BE91B358}"/>
              </a:ext>
            </a:extLst>
          </p:cNvPr>
          <p:cNvSpPr txBox="1"/>
          <p:nvPr/>
        </p:nvSpPr>
        <p:spPr>
          <a:xfrm>
            <a:off x="11104606" y="38784"/>
            <a:ext cx="69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>
                <a:latin typeface="Arial Black" panose="020B0A04020102020204" pitchFamily="34" charset="0"/>
              </a:rPr>
              <a:t>IKT</a:t>
            </a:r>
          </a:p>
        </p:txBody>
      </p:sp>
      <p:pic>
        <p:nvPicPr>
          <p:cNvPr id="10" name="Ábra 9" descr="Értekezlet körvonalas">
            <a:extLst>
              <a:ext uri="{FF2B5EF4-FFF2-40B4-BE49-F238E27FC236}">
                <a16:creationId xmlns:a16="http://schemas.microsoft.com/office/drawing/2014/main" id="{F749FD76-69DA-14F8-C560-132F7CCF33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4606" y="324132"/>
            <a:ext cx="690664" cy="690664"/>
          </a:xfrm>
          <a:prstGeom prst="rect">
            <a:avLst/>
          </a:prstGeom>
        </p:spPr>
      </p:pic>
      <p:grpSp>
        <p:nvGrpSpPr>
          <p:cNvPr id="158" name="Csoportba foglalás 157">
            <a:extLst>
              <a:ext uri="{FF2B5EF4-FFF2-40B4-BE49-F238E27FC236}">
                <a16:creationId xmlns:a16="http://schemas.microsoft.com/office/drawing/2014/main" id="{EDA76B4C-84D8-E8E0-30E5-5779ADA76B5E}"/>
              </a:ext>
            </a:extLst>
          </p:cNvPr>
          <p:cNvGrpSpPr/>
          <p:nvPr/>
        </p:nvGrpSpPr>
        <p:grpSpPr>
          <a:xfrm>
            <a:off x="12464963" y="1951107"/>
            <a:ext cx="8820515" cy="3927249"/>
            <a:chOff x="4756240" y="2034133"/>
            <a:chExt cx="8820515" cy="3927249"/>
          </a:xfrm>
        </p:grpSpPr>
        <p:sp>
          <p:nvSpPr>
            <p:cNvPr id="159" name="Téglalap 158">
              <a:extLst>
                <a:ext uri="{FF2B5EF4-FFF2-40B4-BE49-F238E27FC236}">
                  <a16:creationId xmlns:a16="http://schemas.microsoft.com/office/drawing/2014/main" id="{FB169E84-3BD1-4223-3480-49D7359F6082}"/>
                </a:ext>
              </a:extLst>
            </p:cNvPr>
            <p:cNvSpPr/>
            <p:nvPr/>
          </p:nvSpPr>
          <p:spPr>
            <a:xfrm>
              <a:off x="4882698" y="2034133"/>
              <a:ext cx="8694057" cy="392724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60" name="Szövegdoboz 159">
              <a:extLst>
                <a:ext uri="{FF2B5EF4-FFF2-40B4-BE49-F238E27FC236}">
                  <a16:creationId xmlns:a16="http://schemas.microsoft.com/office/drawing/2014/main" id="{427DDF0B-0313-885E-B75E-2CE330358035}"/>
                </a:ext>
              </a:extLst>
            </p:cNvPr>
            <p:cNvSpPr txBox="1"/>
            <p:nvPr/>
          </p:nvSpPr>
          <p:spPr>
            <a:xfrm>
              <a:off x="4948442" y="2226749"/>
              <a:ext cx="5753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3 hét </a:t>
              </a:r>
              <a:r>
                <a:rPr lang="hu-HU" dirty="0">
                  <a:solidFill>
                    <a:schemeClr val="bg2">
                      <a:lumMod val="75000"/>
                    </a:schemeClr>
                  </a:solidFill>
                  <a:latin typeface="Arial Black" panose="020B0A04020102020204" pitchFamily="34" charset="0"/>
                </a:rPr>
                <a:t>~ 09.23. – 10.14. </a:t>
              </a:r>
            </a:p>
          </p:txBody>
        </p:sp>
        <p:sp>
          <p:nvSpPr>
            <p:cNvPr id="161" name="Téglalap 160">
              <a:extLst>
                <a:ext uri="{FF2B5EF4-FFF2-40B4-BE49-F238E27FC236}">
                  <a16:creationId xmlns:a16="http://schemas.microsoft.com/office/drawing/2014/main" id="{DAE3FF67-36B9-7CD1-7FEF-B2A5986EACD3}"/>
                </a:ext>
              </a:extLst>
            </p:cNvPr>
            <p:cNvSpPr/>
            <p:nvPr/>
          </p:nvSpPr>
          <p:spPr>
            <a:xfrm rot="5400000">
              <a:off x="2855844" y="3934529"/>
              <a:ext cx="3927249" cy="12645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162" name="Csoportba foglalás 161">
              <a:extLst>
                <a:ext uri="{FF2B5EF4-FFF2-40B4-BE49-F238E27FC236}">
                  <a16:creationId xmlns:a16="http://schemas.microsoft.com/office/drawing/2014/main" id="{7211352C-5725-1DCA-5721-C233373B5E8F}"/>
                </a:ext>
              </a:extLst>
            </p:cNvPr>
            <p:cNvGrpSpPr/>
            <p:nvPr/>
          </p:nvGrpSpPr>
          <p:grpSpPr>
            <a:xfrm>
              <a:off x="5088615" y="3109865"/>
              <a:ext cx="6706655" cy="2734148"/>
              <a:chOff x="5755969" y="3013456"/>
              <a:chExt cx="6706655" cy="2734148"/>
            </a:xfrm>
          </p:grpSpPr>
          <p:sp>
            <p:nvSpPr>
              <p:cNvPr id="172" name="Szövegdoboz 171">
                <a:extLst>
                  <a:ext uri="{FF2B5EF4-FFF2-40B4-BE49-F238E27FC236}">
                    <a16:creationId xmlns:a16="http://schemas.microsoft.com/office/drawing/2014/main" id="{8B74A0E7-0F0D-8182-F212-288892889B30}"/>
                  </a:ext>
                </a:extLst>
              </p:cNvPr>
              <p:cNvSpPr txBox="1"/>
              <p:nvPr/>
            </p:nvSpPr>
            <p:spPr>
              <a:xfrm>
                <a:off x="6335603" y="5378272"/>
                <a:ext cx="12001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I. Hét</a:t>
                </a:r>
              </a:p>
            </p:txBody>
          </p:sp>
          <p:sp>
            <p:nvSpPr>
              <p:cNvPr id="173" name="Szövegdoboz 172">
                <a:extLst>
                  <a:ext uri="{FF2B5EF4-FFF2-40B4-BE49-F238E27FC236}">
                    <a16:creationId xmlns:a16="http://schemas.microsoft.com/office/drawing/2014/main" id="{9C1EB55C-9433-0232-8ED2-108DF8020F09}"/>
                  </a:ext>
                </a:extLst>
              </p:cNvPr>
              <p:cNvSpPr txBox="1"/>
              <p:nvPr/>
            </p:nvSpPr>
            <p:spPr>
              <a:xfrm>
                <a:off x="8492069" y="5358858"/>
                <a:ext cx="12001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II. Hét</a:t>
                </a:r>
              </a:p>
            </p:txBody>
          </p:sp>
          <p:sp>
            <p:nvSpPr>
              <p:cNvPr id="174" name="Szövegdoboz 173">
                <a:extLst>
                  <a:ext uri="{FF2B5EF4-FFF2-40B4-BE49-F238E27FC236}">
                    <a16:creationId xmlns:a16="http://schemas.microsoft.com/office/drawing/2014/main" id="{BBFCF047-8633-A5A9-BD80-0B32A2474321}"/>
                  </a:ext>
                </a:extLst>
              </p:cNvPr>
              <p:cNvSpPr txBox="1"/>
              <p:nvPr/>
            </p:nvSpPr>
            <p:spPr>
              <a:xfrm>
                <a:off x="10853185" y="5378272"/>
                <a:ext cx="12001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III. Hét</a:t>
                </a:r>
              </a:p>
            </p:txBody>
          </p:sp>
          <p:sp>
            <p:nvSpPr>
              <p:cNvPr id="175" name="Téglalap 174">
                <a:extLst>
                  <a:ext uri="{FF2B5EF4-FFF2-40B4-BE49-F238E27FC236}">
                    <a16:creationId xmlns:a16="http://schemas.microsoft.com/office/drawing/2014/main" id="{B063D0FC-79CB-EC53-2410-FD2BB7F30FBA}"/>
                  </a:ext>
                </a:extLst>
              </p:cNvPr>
              <p:cNvSpPr/>
              <p:nvPr/>
            </p:nvSpPr>
            <p:spPr>
              <a:xfrm flipV="1">
                <a:off x="5755972" y="5216678"/>
                <a:ext cx="6672344" cy="45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76" name="Téglalap 175">
                <a:extLst>
                  <a:ext uri="{FF2B5EF4-FFF2-40B4-BE49-F238E27FC236}">
                    <a16:creationId xmlns:a16="http://schemas.microsoft.com/office/drawing/2014/main" id="{BBE7D2A8-DD05-B699-012A-CB2796BE38EA}"/>
                  </a:ext>
                </a:extLst>
              </p:cNvPr>
              <p:cNvSpPr/>
              <p:nvPr/>
            </p:nvSpPr>
            <p:spPr>
              <a:xfrm flipV="1">
                <a:off x="5778843" y="4850373"/>
                <a:ext cx="6672344" cy="4571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77" name="Téglalap 176">
                <a:extLst>
                  <a:ext uri="{FF2B5EF4-FFF2-40B4-BE49-F238E27FC236}">
                    <a16:creationId xmlns:a16="http://schemas.microsoft.com/office/drawing/2014/main" id="{68CE4874-A011-EC5A-472A-0A0E1A8E6F08}"/>
                  </a:ext>
                </a:extLst>
              </p:cNvPr>
              <p:cNvSpPr/>
              <p:nvPr/>
            </p:nvSpPr>
            <p:spPr>
              <a:xfrm flipV="1">
                <a:off x="5790280" y="4484068"/>
                <a:ext cx="6672344" cy="4571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78" name="Téglalap 177">
                <a:extLst>
                  <a:ext uri="{FF2B5EF4-FFF2-40B4-BE49-F238E27FC236}">
                    <a16:creationId xmlns:a16="http://schemas.microsoft.com/office/drawing/2014/main" id="{9FF12696-1A0B-486A-DAE8-90E431185822}"/>
                  </a:ext>
                </a:extLst>
              </p:cNvPr>
              <p:cNvSpPr/>
              <p:nvPr/>
            </p:nvSpPr>
            <p:spPr>
              <a:xfrm flipV="1">
                <a:off x="5778843" y="4116415"/>
                <a:ext cx="6672344" cy="4571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79" name="Téglalap 178">
                <a:extLst>
                  <a:ext uri="{FF2B5EF4-FFF2-40B4-BE49-F238E27FC236}">
                    <a16:creationId xmlns:a16="http://schemas.microsoft.com/office/drawing/2014/main" id="{039BB6BD-1485-11DD-35BD-ADA3ED1B003E}"/>
                  </a:ext>
                </a:extLst>
              </p:cNvPr>
              <p:cNvSpPr/>
              <p:nvPr/>
            </p:nvSpPr>
            <p:spPr>
              <a:xfrm flipV="1">
                <a:off x="5778843" y="3748762"/>
                <a:ext cx="6672344" cy="4571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80" name="Téglalap 179">
                <a:extLst>
                  <a:ext uri="{FF2B5EF4-FFF2-40B4-BE49-F238E27FC236}">
                    <a16:creationId xmlns:a16="http://schemas.microsoft.com/office/drawing/2014/main" id="{E028C490-AC3A-A103-7D85-C5D73B876D34}"/>
                  </a:ext>
                </a:extLst>
              </p:cNvPr>
              <p:cNvSpPr/>
              <p:nvPr/>
            </p:nvSpPr>
            <p:spPr>
              <a:xfrm flipV="1">
                <a:off x="5755970" y="3381109"/>
                <a:ext cx="6672344" cy="4571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81" name="Téglalap 180">
                <a:extLst>
                  <a:ext uri="{FF2B5EF4-FFF2-40B4-BE49-F238E27FC236}">
                    <a16:creationId xmlns:a16="http://schemas.microsoft.com/office/drawing/2014/main" id="{70F29B89-2DFC-FB4B-E805-3EF3C8F9F309}"/>
                  </a:ext>
                </a:extLst>
              </p:cNvPr>
              <p:cNvSpPr/>
              <p:nvPr/>
            </p:nvSpPr>
            <p:spPr>
              <a:xfrm flipV="1">
                <a:off x="5778843" y="3013456"/>
                <a:ext cx="6672344" cy="4571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82" name="Téglalap 181">
                <a:extLst>
                  <a:ext uri="{FF2B5EF4-FFF2-40B4-BE49-F238E27FC236}">
                    <a16:creationId xmlns:a16="http://schemas.microsoft.com/office/drawing/2014/main" id="{C9DA37A2-E6EA-C64A-49BE-09235299C2F9}"/>
                  </a:ext>
                </a:extLst>
              </p:cNvPr>
              <p:cNvSpPr/>
              <p:nvPr/>
            </p:nvSpPr>
            <p:spPr>
              <a:xfrm rot="5400000">
                <a:off x="4677217" y="4092208"/>
                <a:ext cx="2203223" cy="45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83" name="Téglalap 182">
                <a:extLst>
                  <a:ext uri="{FF2B5EF4-FFF2-40B4-BE49-F238E27FC236}">
                    <a16:creationId xmlns:a16="http://schemas.microsoft.com/office/drawing/2014/main" id="{B968DE3B-F84E-08E8-9C59-216C8B5FC1E8}"/>
                  </a:ext>
                </a:extLst>
              </p:cNvPr>
              <p:cNvSpPr/>
              <p:nvPr/>
            </p:nvSpPr>
            <p:spPr>
              <a:xfrm>
                <a:off x="6230341" y="4482719"/>
                <a:ext cx="278648" cy="733957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84" name="Téglalap 183">
                <a:extLst>
                  <a:ext uri="{FF2B5EF4-FFF2-40B4-BE49-F238E27FC236}">
                    <a16:creationId xmlns:a16="http://schemas.microsoft.com/office/drawing/2014/main" id="{1AED92F7-3E24-F2D6-EB75-E2A2AAAB474E}"/>
                  </a:ext>
                </a:extLst>
              </p:cNvPr>
              <p:cNvSpPr/>
              <p:nvPr/>
            </p:nvSpPr>
            <p:spPr>
              <a:xfrm>
                <a:off x="6635447" y="4850372"/>
                <a:ext cx="278648" cy="36630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85" name="Téglalap 184">
                <a:extLst>
                  <a:ext uri="{FF2B5EF4-FFF2-40B4-BE49-F238E27FC236}">
                    <a16:creationId xmlns:a16="http://schemas.microsoft.com/office/drawing/2014/main" id="{24893FB6-4849-EFBB-FAD1-DA9821080BBD}"/>
                  </a:ext>
                </a:extLst>
              </p:cNvPr>
              <p:cNvSpPr/>
              <p:nvPr/>
            </p:nvSpPr>
            <p:spPr>
              <a:xfrm>
                <a:off x="7040553" y="4115067"/>
                <a:ext cx="278648" cy="110161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186" name="Téglalap 185">
                <a:extLst>
                  <a:ext uri="{FF2B5EF4-FFF2-40B4-BE49-F238E27FC236}">
                    <a16:creationId xmlns:a16="http://schemas.microsoft.com/office/drawing/2014/main" id="{DF195285-371C-CDDA-650B-519B0F54F17E}"/>
                  </a:ext>
                </a:extLst>
              </p:cNvPr>
              <p:cNvSpPr/>
              <p:nvPr/>
            </p:nvSpPr>
            <p:spPr>
              <a:xfrm>
                <a:off x="8619167" y="4850372"/>
                <a:ext cx="278648" cy="36630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87" name="Téglalap 186">
                <a:extLst>
                  <a:ext uri="{FF2B5EF4-FFF2-40B4-BE49-F238E27FC236}">
                    <a16:creationId xmlns:a16="http://schemas.microsoft.com/office/drawing/2014/main" id="{23001192-75B7-9A87-38A2-5334454C15BD}"/>
                  </a:ext>
                </a:extLst>
              </p:cNvPr>
              <p:cNvSpPr/>
              <p:nvPr/>
            </p:nvSpPr>
            <p:spPr>
              <a:xfrm>
                <a:off x="9024273" y="3379761"/>
                <a:ext cx="278648" cy="183691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88" name="Téglalap 187">
                <a:extLst>
                  <a:ext uri="{FF2B5EF4-FFF2-40B4-BE49-F238E27FC236}">
                    <a16:creationId xmlns:a16="http://schemas.microsoft.com/office/drawing/2014/main" id="{652B6D61-F4FE-B3F8-F516-519A65CF67FD}"/>
                  </a:ext>
                </a:extLst>
              </p:cNvPr>
              <p:cNvSpPr/>
              <p:nvPr/>
            </p:nvSpPr>
            <p:spPr>
              <a:xfrm>
                <a:off x="10868669" y="4849697"/>
                <a:ext cx="278648" cy="36630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89" name="Téglalap 188">
                <a:extLst>
                  <a:ext uri="{FF2B5EF4-FFF2-40B4-BE49-F238E27FC236}">
                    <a16:creationId xmlns:a16="http://schemas.microsoft.com/office/drawing/2014/main" id="{BEDD0FA1-5D38-CF97-14A5-A8F5F1EC38FF}"/>
                  </a:ext>
                </a:extLst>
              </p:cNvPr>
              <p:cNvSpPr/>
              <p:nvPr/>
            </p:nvSpPr>
            <p:spPr>
              <a:xfrm>
                <a:off x="11273775" y="4116415"/>
                <a:ext cx="278648" cy="1099586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u="sng" dirty="0"/>
              </a:p>
            </p:txBody>
          </p:sp>
          <p:sp>
            <p:nvSpPr>
              <p:cNvPr id="190" name="Téglalap 189">
                <a:extLst>
                  <a:ext uri="{FF2B5EF4-FFF2-40B4-BE49-F238E27FC236}">
                    <a16:creationId xmlns:a16="http://schemas.microsoft.com/office/drawing/2014/main" id="{B8E446EC-088F-F2B2-D596-1C8475C9594E}"/>
                  </a:ext>
                </a:extLst>
              </p:cNvPr>
              <p:cNvSpPr/>
              <p:nvPr/>
            </p:nvSpPr>
            <p:spPr>
              <a:xfrm>
                <a:off x="11678881" y="4114101"/>
                <a:ext cx="278648" cy="1103542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63" name="Szövegdoboz 162">
              <a:extLst>
                <a:ext uri="{FF2B5EF4-FFF2-40B4-BE49-F238E27FC236}">
                  <a16:creationId xmlns:a16="http://schemas.microsoft.com/office/drawing/2014/main" id="{F79BB429-20E8-1374-74B4-24432C1C4BE5}"/>
                </a:ext>
              </a:extLst>
            </p:cNvPr>
            <p:cNvSpPr txBox="1"/>
            <p:nvPr/>
          </p:nvSpPr>
          <p:spPr>
            <a:xfrm>
              <a:off x="4946197" y="2676812"/>
              <a:ext cx="287851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600" dirty="0">
                  <a:solidFill>
                    <a:schemeClr val="bg2">
                      <a:lumMod val="75000"/>
                    </a:schemeClr>
                  </a:solidFill>
                  <a:latin typeface="Arial Black" panose="020B0A04020102020204" pitchFamily="34" charset="0"/>
                </a:rPr>
                <a:t>IDŐ ARÁNY </a:t>
              </a:r>
            </a:p>
          </p:txBody>
        </p:sp>
        <p:sp>
          <p:nvSpPr>
            <p:cNvPr id="164" name="Téglalap 163">
              <a:extLst>
                <a:ext uri="{FF2B5EF4-FFF2-40B4-BE49-F238E27FC236}">
                  <a16:creationId xmlns:a16="http://schemas.microsoft.com/office/drawing/2014/main" id="{85DE531D-FCF5-C5AB-114F-1DAA8B965EE0}"/>
                </a:ext>
              </a:extLst>
            </p:cNvPr>
            <p:cNvSpPr/>
            <p:nvPr/>
          </p:nvSpPr>
          <p:spPr>
            <a:xfrm>
              <a:off x="8180450" y="2269355"/>
              <a:ext cx="278648" cy="27315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5" name="Szövegdoboz 164">
              <a:extLst>
                <a:ext uri="{FF2B5EF4-FFF2-40B4-BE49-F238E27FC236}">
                  <a16:creationId xmlns:a16="http://schemas.microsoft.com/office/drawing/2014/main" id="{66B277A8-7199-A9FE-9614-433195D0C3B7}"/>
                </a:ext>
              </a:extLst>
            </p:cNvPr>
            <p:cNvSpPr txBox="1"/>
            <p:nvPr/>
          </p:nvSpPr>
          <p:spPr>
            <a:xfrm>
              <a:off x="8569822" y="2266236"/>
              <a:ext cx="13938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200" dirty="0" err="1">
                  <a:solidFill>
                    <a:schemeClr val="bg1"/>
                  </a:solidFill>
                  <a:latin typeface="Arial Black" panose="020B0A04020102020204" pitchFamily="34" charset="0"/>
                </a:rPr>
                <a:t>Figma</a:t>
              </a:r>
              <a:endParaRPr lang="hu-HU" sz="12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66" name="Téglalap 165">
              <a:extLst>
                <a:ext uri="{FF2B5EF4-FFF2-40B4-BE49-F238E27FC236}">
                  <a16:creationId xmlns:a16="http://schemas.microsoft.com/office/drawing/2014/main" id="{AD7D6FDA-0F65-CA3B-2C38-8C617A5D4210}"/>
                </a:ext>
              </a:extLst>
            </p:cNvPr>
            <p:cNvSpPr/>
            <p:nvPr/>
          </p:nvSpPr>
          <p:spPr>
            <a:xfrm>
              <a:off x="8180450" y="2710913"/>
              <a:ext cx="278648" cy="27315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7" name="Szövegdoboz 166">
              <a:extLst>
                <a:ext uri="{FF2B5EF4-FFF2-40B4-BE49-F238E27FC236}">
                  <a16:creationId xmlns:a16="http://schemas.microsoft.com/office/drawing/2014/main" id="{94C520A9-2622-C2EB-B191-115BBCAEE223}"/>
                </a:ext>
              </a:extLst>
            </p:cNvPr>
            <p:cNvSpPr txBox="1"/>
            <p:nvPr/>
          </p:nvSpPr>
          <p:spPr>
            <a:xfrm>
              <a:off x="8569821" y="2712770"/>
              <a:ext cx="15702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200" dirty="0" err="1">
                  <a:solidFill>
                    <a:schemeClr val="bg1"/>
                  </a:solidFill>
                  <a:latin typeface="Arial Black" panose="020B0A04020102020204" pitchFamily="34" charset="0"/>
                </a:rPr>
                <a:t>Github</a:t>
              </a:r>
              <a:r>
                <a:rPr lang="hu-HU" sz="12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 &amp; </a:t>
              </a:r>
              <a:r>
                <a:rPr lang="hu-HU" sz="1200" dirty="0" err="1">
                  <a:solidFill>
                    <a:schemeClr val="bg1"/>
                  </a:solidFill>
                  <a:latin typeface="Arial Black" panose="020B0A04020102020204" pitchFamily="34" charset="0"/>
                </a:rPr>
                <a:t>Trello</a:t>
              </a:r>
              <a:endParaRPr lang="hu-HU" sz="12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68" name="Téglalap 167">
              <a:extLst>
                <a:ext uri="{FF2B5EF4-FFF2-40B4-BE49-F238E27FC236}">
                  <a16:creationId xmlns:a16="http://schemas.microsoft.com/office/drawing/2014/main" id="{1CDAA37F-A162-6A2E-D68F-E0A4AD56AF79}"/>
                </a:ext>
              </a:extLst>
            </p:cNvPr>
            <p:cNvSpPr/>
            <p:nvPr/>
          </p:nvSpPr>
          <p:spPr>
            <a:xfrm>
              <a:off x="10074350" y="2251708"/>
              <a:ext cx="278648" cy="273154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69" name="Szövegdoboz 168">
              <a:extLst>
                <a:ext uri="{FF2B5EF4-FFF2-40B4-BE49-F238E27FC236}">
                  <a16:creationId xmlns:a16="http://schemas.microsoft.com/office/drawing/2014/main" id="{8B4FD0B7-026D-8688-C64A-4DE7597EF47D}"/>
                </a:ext>
              </a:extLst>
            </p:cNvPr>
            <p:cNvSpPr txBox="1"/>
            <p:nvPr/>
          </p:nvSpPr>
          <p:spPr>
            <a:xfrm>
              <a:off x="10463722" y="2248589"/>
              <a:ext cx="13938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2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Web</a:t>
              </a:r>
            </a:p>
          </p:txBody>
        </p:sp>
        <p:sp>
          <p:nvSpPr>
            <p:cNvPr id="170" name="Téglalap 169">
              <a:extLst>
                <a:ext uri="{FF2B5EF4-FFF2-40B4-BE49-F238E27FC236}">
                  <a16:creationId xmlns:a16="http://schemas.microsoft.com/office/drawing/2014/main" id="{BA12120E-5C40-E093-DFA7-A6C7B33C8A91}"/>
                </a:ext>
              </a:extLst>
            </p:cNvPr>
            <p:cNvSpPr/>
            <p:nvPr/>
          </p:nvSpPr>
          <p:spPr>
            <a:xfrm>
              <a:off x="10074350" y="2693266"/>
              <a:ext cx="278648" cy="273154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71" name="Szövegdoboz 170">
              <a:extLst>
                <a:ext uri="{FF2B5EF4-FFF2-40B4-BE49-F238E27FC236}">
                  <a16:creationId xmlns:a16="http://schemas.microsoft.com/office/drawing/2014/main" id="{081E7BE4-20BB-A4DE-5CF3-A34D3A65FC1E}"/>
                </a:ext>
              </a:extLst>
            </p:cNvPr>
            <p:cNvSpPr txBox="1"/>
            <p:nvPr/>
          </p:nvSpPr>
          <p:spPr>
            <a:xfrm>
              <a:off x="10463721" y="2695123"/>
              <a:ext cx="15702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2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PPT</a:t>
              </a:r>
            </a:p>
          </p:txBody>
        </p:sp>
      </p:grp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21ED13B8-9761-793D-C6FF-F6CC400BEF47}"/>
              </a:ext>
            </a:extLst>
          </p:cNvPr>
          <p:cNvSpPr txBox="1"/>
          <p:nvPr/>
        </p:nvSpPr>
        <p:spPr>
          <a:xfrm>
            <a:off x="1028700" y="2108200"/>
            <a:ext cx="206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Idő beosztás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7399537A-D136-A717-2417-4E9540CCEDF6}"/>
              </a:ext>
            </a:extLst>
          </p:cNvPr>
          <p:cNvSpPr txBox="1"/>
          <p:nvPr/>
        </p:nvSpPr>
        <p:spPr>
          <a:xfrm>
            <a:off x="1028700" y="2710378"/>
            <a:ext cx="206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Csapat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A67B01B1-D053-CB07-1CA9-EA397C446EE1}"/>
              </a:ext>
            </a:extLst>
          </p:cNvPr>
          <p:cNvSpPr txBox="1"/>
          <p:nvPr/>
        </p:nvSpPr>
        <p:spPr>
          <a:xfrm>
            <a:off x="1028700" y="3312556"/>
            <a:ext cx="206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Feladat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A013659D-E9F4-2DA6-4F0C-B938C55FA5AB}"/>
              </a:ext>
            </a:extLst>
          </p:cNvPr>
          <p:cNvSpPr txBox="1"/>
          <p:nvPr/>
        </p:nvSpPr>
        <p:spPr>
          <a:xfrm>
            <a:off x="1028700" y="3914734"/>
            <a:ext cx="206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Összegzés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DF14CC8B-623B-8A1A-B0DC-E6B3825353FE}"/>
              </a:ext>
            </a:extLst>
          </p:cNvPr>
          <p:cNvSpPr/>
          <p:nvPr/>
        </p:nvSpPr>
        <p:spPr>
          <a:xfrm>
            <a:off x="2962273" y="2275722"/>
            <a:ext cx="443867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765D5348-3CE8-A1F7-FE7B-2B17270E1BED}"/>
              </a:ext>
            </a:extLst>
          </p:cNvPr>
          <p:cNvSpPr/>
          <p:nvPr/>
        </p:nvSpPr>
        <p:spPr>
          <a:xfrm>
            <a:off x="2962273" y="2861254"/>
            <a:ext cx="443867" cy="45719"/>
          </a:xfrm>
          <a:prstGeom prst="rect">
            <a:avLst/>
          </a:prstGeom>
          <a:solidFill>
            <a:srgbClr val="890F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Téglalap 20">
            <a:extLst>
              <a:ext uri="{FF2B5EF4-FFF2-40B4-BE49-F238E27FC236}">
                <a16:creationId xmlns:a16="http://schemas.microsoft.com/office/drawing/2014/main" id="{6CBA5F02-DD92-841B-4E0E-7A723926B4A0}"/>
              </a:ext>
            </a:extLst>
          </p:cNvPr>
          <p:cNvSpPr/>
          <p:nvPr/>
        </p:nvSpPr>
        <p:spPr>
          <a:xfrm>
            <a:off x="2962273" y="3474362"/>
            <a:ext cx="443867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Téglalap 22">
            <a:extLst>
              <a:ext uri="{FF2B5EF4-FFF2-40B4-BE49-F238E27FC236}">
                <a16:creationId xmlns:a16="http://schemas.microsoft.com/office/drawing/2014/main" id="{B0A75C78-10D7-06C5-D2DF-0CEA45E98DAB}"/>
              </a:ext>
            </a:extLst>
          </p:cNvPr>
          <p:cNvSpPr/>
          <p:nvPr/>
        </p:nvSpPr>
        <p:spPr>
          <a:xfrm>
            <a:off x="2962273" y="4076540"/>
            <a:ext cx="443867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99" name="Szövegdoboz 298">
            <a:extLst>
              <a:ext uri="{FF2B5EF4-FFF2-40B4-BE49-F238E27FC236}">
                <a16:creationId xmlns:a16="http://schemas.microsoft.com/office/drawing/2014/main" id="{A0AAA927-FBB0-2E40-B47B-6CFB686A30DC}"/>
              </a:ext>
            </a:extLst>
          </p:cNvPr>
          <p:cNvSpPr txBox="1"/>
          <p:nvPr/>
        </p:nvSpPr>
        <p:spPr>
          <a:xfrm>
            <a:off x="838200" y="523694"/>
            <a:ext cx="4908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5400" dirty="0">
                <a:solidFill>
                  <a:schemeClr val="bg1"/>
                </a:solidFill>
                <a:latin typeface="Arial Black" panose="020B0A04020102020204" pitchFamily="34" charset="0"/>
              </a:rPr>
              <a:t>TARTALOM</a:t>
            </a:r>
          </a:p>
        </p:txBody>
      </p:sp>
    </p:spTree>
    <p:extLst>
      <p:ext uri="{BB962C8B-B14F-4D97-AF65-F5344CB8AC3E}">
        <p14:creationId xmlns:p14="http://schemas.microsoft.com/office/powerpoint/2010/main" val="2928349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C1076-4F6E-9B4F-39F7-7F8BDDCCB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Ábra 5" descr="Könyvjelző egyszínű kitöltéssel">
            <a:extLst>
              <a:ext uri="{FF2B5EF4-FFF2-40B4-BE49-F238E27FC236}">
                <a16:creationId xmlns:a16="http://schemas.microsoft.com/office/drawing/2014/main" id="{2D7B559B-8E90-27D9-5EEE-E875AAA474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8509" y="-170936"/>
            <a:ext cx="1802859" cy="1802859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5C74146A-BBE8-98F8-D946-AC8F505B9488}"/>
              </a:ext>
            </a:extLst>
          </p:cNvPr>
          <p:cNvSpPr txBox="1"/>
          <p:nvPr/>
        </p:nvSpPr>
        <p:spPr>
          <a:xfrm>
            <a:off x="11104606" y="38784"/>
            <a:ext cx="69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>
                <a:latin typeface="Arial Black" panose="020B0A04020102020204" pitchFamily="34" charset="0"/>
              </a:rPr>
              <a:t>IKT</a:t>
            </a:r>
          </a:p>
        </p:txBody>
      </p:sp>
      <p:pic>
        <p:nvPicPr>
          <p:cNvPr id="10" name="Ábra 9" descr="Értekezlet körvonalas">
            <a:extLst>
              <a:ext uri="{FF2B5EF4-FFF2-40B4-BE49-F238E27FC236}">
                <a16:creationId xmlns:a16="http://schemas.microsoft.com/office/drawing/2014/main" id="{C47B5BF5-5D25-15A3-2FD4-008AC1E0E4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04606" y="324132"/>
            <a:ext cx="690664" cy="690664"/>
          </a:xfrm>
          <a:prstGeom prst="rect">
            <a:avLst/>
          </a:prstGeom>
        </p:spPr>
      </p:pic>
      <p:sp>
        <p:nvSpPr>
          <p:cNvPr id="13" name="Szövegdoboz 12">
            <a:extLst>
              <a:ext uri="{FF2B5EF4-FFF2-40B4-BE49-F238E27FC236}">
                <a16:creationId xmlns:a16="http://schemas.microsoft.com/office/drawing/2014/main" id="{F7BAEBA9-9B0E-E448-BD80-48742C12F713}"/>
              </a:ext>
            </a:extLst>
          </p:cNvPr>
          <p:cNvSpPr txBox="1"/>
          <p:nvPr/>
        </p:nvSpPr>
        <p:spPr>
          <a:xfrm>
            <a:off x="1028700" y="2108200"/>
            <a:ext cx="206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Idő beosztás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403EA250-53C3-CA09-4EBC-1B7D3323083E}"/>
              </a:ext>
            </a:extLst>
          </p:cNvPr>
          <p:cNvSpPr txBox="1"/>
          <p:nvPr/>
        </p:nvSpPr>
        <p:spPr>
          <a:xfrm>
            <a:off x="1028700" y="2710378"/>
            <a:ext cx="206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Csapat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F04A5036-8466-1B98-6985-447197737E3B}"/>
              </a:ext>
            </a:extLst>
          </p:cNvPr>
          <p:cNvSpPr txBox="1"/>
          <p:nvPr/>
        </p:nvSpPr>
        <p:spPr>
          <a:xfrm>
            <a:off x="1028700" y="3312556"/>
            <a:ext cx="206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Feladat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B0264328-00F0-CEAC-E021-C487615319B8}"/>
              </a:ext>
            </a:extLst>
          </p:cNvPr>
          <p:cNvSpPr txBox="1"/>
          <p:nvPr/>
        </p:nvSpPr>
        <p:spPr>
          <a:xfrm>
            <a:off x="1028700" y="3914734"/>
            <a:ext cx="206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Összegzés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1E0ADD6E-97C3-90EA-AADC-1B51B2F5B8E7}"/>
              </a:ext>
            </a:extLst>
          </p:cNvPr>
          <p:cNvSpPr/>
          <p:nvPr/>
        </p:nvSpPr>
        <p:spPr>
          <a:xfrm>
            <a:off x="2962273" y="2275722"/>
            <a:ext cx="1266827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BD059EE8-39F9-8BD8-AA45-813A604B7B59}"/>
              </a:ext>
            </a:extLst>
          </p:cNvPr>
          <p:cNvSpPr/>
          <p:nvPr/>
        </p:nvSpPr>
        <p:spPr>
          <a:xfrm>
            <a:off x="2962273" y="2861254"/>
            <a:ext cx="443867" cy="45719"/>
          </a:xfrm>
          <a:prstGeom prst="rect">
            <a:avLst/>
          </a:prstGeom>
          <a:solidFill>
            <a:srgbClr val="890F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Téglalap 20">
            <a:extLst>
              <a:ext uri="{FF2B5EF4-FFF2-40B4-BE49-F238E27FC236}">
                <a16:creationId xmlns:a16="http://schemas.microsoft.com/office/drawing/2014/main" id="{734D921A-A8DE-9895-1119-DB5ED7F938DB}"/>
              </a:ext>
            </a:extLst>
          </p:cNvPr>
          <p:cNvSpPr/>
          <p:nvPr/>
        </p:nvSpPr>
        <p:spPr>
          <a:xfrm>
            <a:off x="2962273" y="3474362"/>
            <a:ext cx="443867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Téglalap 22">
            <a:extLst>
              <a:ext uri="{FF2B5EF4-FFF2-40B4-BE49-F238E27FC236}">
                <a16:creationId xmlns:a16="http://schemas.microsoft.com/office/drawing/2014/main" id="{F84930B5-1CF7-43DE-2809-6F3A6B58CCB3}"/>
              </a:ext>
            </a:extLst>
          </p:cNvPr>
          <p:cNvSpPr/>
          <p:nvPr/>
        </p:nvSpPr>
        <p:spPr>
          <a:xfrm>
            <a:off x="2962273" y="4076540"/>
            <a:ext cx="443867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5" name="Csoportba foglalás 4">
            <a:extLst>
              <a:ext uri="{FF2B5EF4-FFF2-40B4-BE49-F238E27FC236}">
                <a16:creationId xmlns:a16="http://schemas.microsoft.com/office/drawing/2014/main" id="{BC3C6782-9FD5-1F5E-2CEE-CB5300B09D9E}"/>
              </a:ext>
            </a:extLst>
          </p:cNvPr>
          <p:cNvGrpSpPr/>
          <p:nvPr/>
        </p:nvGrpSpPr>
        <p:grpSpPr>
          <a:xfrm>
            <a:off x="4604043" y="1951108"/>
            <a:ext cx="8820515" cy="3927249"/>
            <a:chOff x="4756240" y="2034133"/>
            <a:chExt cx="8820515" cy="3927249"/>
          </a:xfrm>
        </p:grpSpPr>
        <p:sp>
          <p:nvSpPr>
            <p:cNvPr id="7" name="Téglalap 6">
              <a:extLst>
                <a:ext uri="{FF2B5EF4-FFF2-40B4-BE49-F238E27FC236}">
                  <a16:creationId xmlns:a16="http://schemas.microsoft.com/office/drawing/2014/main" id="{45EFB050-13BB-8D9A-8338-3245A2EE5119}"/>
                </a:ext>
              </a:extLst>
            </p:cNvPr>
            <p:cNvSpPr/>
            <p:nvPr/>
          </p:nvSpPr>
          <p:spPr>
            <a:xfrm>
              <a:off x="4882698" y="2034133"/>
              <a:ext cx="8694057" cy="392724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1" name="Szövegdoboz 10">
              <a:extLst>
                <a:ext uri="{FF2B5EF4-FFF2-40B4-BE49-F238E27FC236}">
                  <a16:creationId xmlns:a16="http://schemas.microsoft.com/office/drawing/2014/main" id="{3F327901-4590-B2DF-B2D4-92F6CA354951}"/>
                </a:ext>
              </a:extLst>
            </p:cNvPr>
            <p:cNvSpPr txBox="1"/>
            <p:nvPr/>
          </p:nvSpPr>
          <p:spPr>
            <a:xfrm>
              <a:off x="4948442" y="2226749"/>
              <a:ext cx="5753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3 hét </a:t>
              </a:r>
              <a:r>
                <a:rPr lang="hu-HU" dirty="0">
                  <a:solidFill>
                    <a:schemeClr val="bg2">
                      <a:lumMod val="75000"/>
                    </a:schemeClr>
                  </a:solidFill>
                  <a:latin typeface="Arial Black" panose="020B0A04020102020204" pitchFamily="34" charset="0"/>
                </a:rPr>
                <a:t>~ 09.23. – 10.14. </a:t>
              </a:r>
            </a:p>
          </p:txBody>
        </p:sp>
        <p:sp>
          <p:nvSpPr>
            <p:cNvPr id="18" name="Téglalap 17">
              <a:extLst>
                <a:ext uri="{FF2B5EF4-FFF2-40B4-BE49-F238E27FC236}">
                  <a16:creationId xmlns:a16="http://schemas.microsoft.com/office/drawing/2014/main" id="{790ECC6F-1CB6-6C01-7B2B-A12A59F8EB57}"/>
                </a:ext>
              </a:extLst>
            </p:cNvPr>
            <p:cNvSpPr/>
            <p:nvPr/>
          </p:nvSpPr>
          <p:spPr>
            <a:xfrm rot="5400000">
              <a:off x="2855844" y="3934529"/>
              <a:ext cx="3927249" cy="12645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24" name="Csoportba foglalás 23">
              <a:extLst>
                <a:ext uri="{FF2B5EF4-FFF2-40B4-BE49-F238E27FC236}">
                  <a16:creationId xmlns:a16="http://schemas.microsoft.com/office/drawing/2014/main" id="{B8A10EF2-2377-DF7D-8AAB-7D4DCF5D056E}"/>
                </a:ext>
              </a:extLst>
            </p:cNvPr>
            <p:cNvGrpSpPr/>
            <p:nvPr/>
          </p:nvGrpSpPr>
          <p:grpSpPr>
            <a:xfrm>
              <a:off x="5088615" y="3109865"/>
              <a:ext cx="6706655" cy="2734148"/>
              <a:chOff x="5755969" y="3013456"/>
              <a:chExt cx="6706655" cy="2734148"/>
            </a:xfrm>
          </p:grpSpPr>
          <p:sp>
            <p:nvSpPr>
              <p:cNvPr id="42" name="Szövegdoboz 41">
                <a:extLst>
                  <a:ext uri="{FF2B5EF4-FFF2-40B4-BE49-F238E27FC236}">
                    <a16:creationId xmlns:a16="http://schemas.microsoft.com/office/drawing/2014/main" id="{9304859D-AAA0-040B-F7C6-920BE01BD328}"/>
                  </a:ext>
                </a:extLst>
              </p:cNvPr>
              <p:cNvSpPr txBox="1"/>
              <p:nvPr/>
            </p:nvSpPr>
            <p:spPr>
              <a:xfrm>
                <a:off x="6335603" y="5378272"/>
                <a:ext cx="12001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I. Hét</a:t>
                </a:r>
              </a:p>
            </p:txBody>
          </p:sp>
          <p:sp>
            <p:nvSpPr>
              <p:cNvPr id="45" name="Szövegdoboz 44">
                <a:extLst>
                  <a:ext uri="{FF2B5EF4-FFF2-40B4-BE49-F238E27FC236}">
                    <a16:creationId xmlns:a16="http://schemas.microsoft.com/office/drawing/2014/main" id="{F7069500-A965-D672-3704-E6EBD7265FBA}"/>
                  </a:ext>
                </a:extLst>
              </p:cNvPr>
              <p:cNvSpPr txBox="1"/>
              <p:nvPr/>
            </p:nvSpPr>
            <p:spPr>
              <a:xfrm>
                <a:off x="8492069" y="5358858"/>
                <a:ext cx="12001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II. Hét</a:t>
                </a:r>
              </a:p>
            </p:txBody>
          </p:sp>
          <p:sp>
            <p:nvSpPr>
              <p:cNvPr id="47" name="Szövegdoboz 46">
                <a:extLst>
                  <a:ext uri="{FF2B5EF4-FFF2-40B4-BE49-F238E27FC236}">
                    <a16:creationId xmlns:a16="http://schemas.microsoft.com/office/drawing/2014/main" id="{8F26DFA5-0A2E-507E-3BA3-84BFF4067CA4}"/>
                  </a:ext>
                </a:extLst>
              </p:cNvPr>
              <p:cNvSpPr txBox="1"/>
              <p:nvPr/>
            </p:nvSpPr>
            <p:spPr>
              <a:xfrm>
                <a:off x="10853185" y="5378272"/>
                <a:ext cx="12001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III. Hét</a:t>
                </a:r>
              </a:p>
            </p:txBody>
          </p:sp>
          <p:sp>
            <p:nvSpPr>
              <p:cNvPr id="49" name="Téglalap 48">
                <a:extLst>
                  <a:ext uri="{FF2B5EF4-FFF2-40B4-BE49-F238E27FC236}">
                    <a16:creationId xmlns:a16="http://schemas.microsoft.com/office/drawing/2014/main" id="{939ABA45-E96C-5FB9-8F20-77190E47871A}"/>
                  </a:ext>
                </a:extLst>
              </p:cNvPr>
              <p:cNvSpPr/>
              <p:nvPr/>
            </p:nvSpPr>
            <p:spPr>
              <a:xfrm flipV="1">
                <a:off x="5755972" y="5216678"/>
                <a:ext cx="6672344" cy="45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0" name="Téglalap 49">
                <a:extLst>
                  <a:ext uri="{FF2B5EF4-FFF2-40B4-BE49-F238E27FC236}">
                    <a16:creationId xmlns:a16="http://schemas.microsoft.com/office/drawing/2014/main" id="{9C6FE121-3FA5-D9AD-8DF6-97A294DE890D}"/>
                  </a:ext>
                </a:extLst>
              </p:cNvPr>
              <p:cNvSpPr/>
              <p:nvPr/>
            </p:nvSpPr>
            <p:spPr>
              <a:xfrm flipV="1">
                <a:off x="5778843" y="4850373"/>
                <a:ext cx="6672344" cy="4571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1" name="Téglalap 50">
                <a:extLst>
                  <a:ext uri="{FF2B5EF4-FFF2-40B4-BE49-F238E27FC236}">
                    <a16:creationId xmlns:a16="http://schemas.microsoft.com/office/drawing/2014/main" id="{9B4CA3F5-F4A4-BF4A-52C4-4AACCAE67800}"/>
                  </a:ext>
                </a:extLst>
              </p:cNvPr>
              <p:cNvSpPr/>
              <p:nvPr/>
            </p:nvSpPr>
            <p:spPr>
              <a:xfrm flipV="1">
                <a:off x="5790280" y="4484068"/>
                <a:ext cx="6672344" cy="4571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2" name="Téglalap 51">
                <a:extLst>
                  <a:ext uri="{FF2B5EF4-FFF2-40B4-BE49-F238E27FC236}">
                    <a16:creationId xmlns:a16="http://schemas.microsoft.com/office/drawing/2014/main" id="{E1F995D0-4F93-A9CF-0595-BB83927B5E8B}"/>
                  </a:ext>
                </a:extLst>
              </p:cNvPr>
              <p:cNvSpPr/>
              <p:nvPr/>
            </p:nvSpPr>
            <p:spPr>
              <a:xfrm flipV="1">
                <a:off x="5778843" y="4116415"/>
                <a:ext cx="6672344" cy="4571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3" name="Téglalap 52">
                <a:extLst>
                  <a:ext uri="{FF2B5EF4-FFF2-40B4-BE49-F238E27FC236}">
                    <a16:creationId xmlns:a16="http://schemas.microsoft.com/office/drawing/2014/main" id="{EBE488F7-9D26-9B6F-F642-2D443A80C591}"/>
                  </a:ext>
                </a:extLst>
              </p:cNvPr>
              <p:cNvSpPr/>
              <p:nvPr/>
            </p:nvSpPr>
            <p:spPr>
              <a:xfrm flipV="1">
                <a:off x="5778843" y="3748762"/>
                <a:ext cx="6672344" cy="4571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4" name="Téglalap 53">
                <a:extLst>
                  <a:ext uri="{FF2B5EF4-FFF2-40B4-BE49-F238E27FC236}">
                    <a16:creationId xmlns:a16="http://schemas.microsoft.com/office/drawing/2014/main" id="{267438FD-6454-5BF0-651A-E51C35581DB4}"/>
                  </a:ext>
                </a:extLst>
              </p:cNvPr>
              <p:cNvSpPr/>
              <p:nvPr/>
            </p:nvSpPr>
            <p:spPr>
              <a:xfrm flipV="1">
                <a:off x="5755970" y="3381109"/>
                <a:ext cx="6672344" cy="4571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5" name="Téglalap 54">
                <a:extLst>
                  <a:ext uri="{FF2B5EF4-FFF2-40B4-BE49-F238E27FC236}">
                    <a16:creationId xmlns:a16="http://schemas.microsoft.com/office/drawing/2014/main" id="{BD2A81FF-98A5-3F94-915F-EFBC02542F46}"/>
                  </a:ext>
                </a:extLst>
              </p:cNvPr>
              <p:cNvSpPr/>
              <p:nvPr/>
            </p:nvSpPr>
            <p:spPr>
              <a:xfrm flipV="1">
                <a:off x="5778843" y="3013456"/>
                <a:ext cx="6672344" cy="4571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6" name="Téglalap 55">
                <a:extLst>
                  <a:ext uri="{FF2B5EF4-FFF2-40B4-BE49-F238E27FC236}">
                    <a16:creationId xmlns:a16="http://schemas.microsoft.com/office/drawing/2014/main" id="{0FDB777E-302A-1F85-4BA4-6E15BA1F6150}"/>
                  </a:ext>
                </a:extLst>
              </p:cNvPr>
              <p:cNvSpPr/>
              <p:nvPr/>
            </p:nvSpPr>
            <p:spPr>
              <a:xfrm rot="5400000">
                <a:off x="4677217" y="4092208"/>
                <a:ext cx="2203223" cy="45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7" name="Téglalap 56">
                <a:extLst>
                  <a:ext uri="{FF2B5EF4-FFF2-40B4-BE49-F238E27FC236}">
                    <a16:creationId xmlns:a16="http://schemas.microsoft.com/office/drawing/2014/main" id="{224F8FE7-7465-83CC-911E-38C263DE4AA3}"/>
                  </a:ext>
                </a:extLst>
              </p:cNvPr>
              <p:cNvSpPr/>
              <p:nvPr/>
            </p:nvSpPr>
            <p:spPr>
              <a:xfrm>
                <a:off x="6230341" y="4482719"/>
                <a:ext cx="278648" cy="733957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59" name="Téglalap 58">
                <a:extLst>
                  <a:ext uri="{FF2B5EF4-FFF2-40B4-BE49-F238E27FC236}">
                    <a16:creationId xmlns:a16="http://schemas.microsoft.com/office/drawing/2014/main" id="{FFA9E1F8-5BCC-EB8E-DFB2-F64747D11273}"/>
                  </a:ext>
                </a:extLst>
              </p:cNvPr>
              <p:cNvSpPr/>
              <p:nvPr/>
            </p:nvSpPr>
            <p:spPr>
              <a:xfrm>
                <a:off x="6635447" y="4850372"/>
                <a:ext cx="278648" cy="36630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1" name="Téglalap 60">
                <a:extLst>
                  <a:ext uri="{FF2B5EF4-FFF2-40B4-BE49-F238E27FC236}">
                    <a16:creationId xmlns:a16="http://schemas.microsoft.com/office/drawing/2014/main" id="{1079C521-657B-B5F1-62FB-38C4956395A4}"/>
                  </a:ext>
                </a:extLst>
              </p:cNvPr>
              <p:cNvSpPr/>
              <p:nvPr/>
            </p:nvSpPr>
            <p:spPr>
              <a:xfrm>
                <a:off x="7040553" y="4115067"/>
                <a:ext cx="278648" cy="110161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63" name="Téglalap 62">
                <a:extLst>
                  <a:ext uri="{FF2B5EF4-FFF2-40B4-BE49-F238E27FC236}">
                    <a16:creationId xmlns:a16="http://schemas.microsoft.com/office/drawing/2014/main" id="{5C72A6DA-3ADC-5651-9388-AA4416FA2332}"/>
                  </a:ext>
                </a:extLst>
              </p:cNvPr>
              <p:cNvSpPr/>
              <p:nvPr/>
            </p:nvSpPr>
            <p:spPr>
              <a:xfrm>
                <a:off x="8619167" y="4850372"/>
                <a:ext cx="278648" cy="36630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5" name="Téglalap 64">
                <a:extLst>
                  <a:ext uri="{FF2B5EF4-FFF2-40B4-BE49-F238E27FC236}">
                    <a16:creationId xmlns:a16="http://schemas.microsoft.com/office/drawing/2014/main" id="{1312C7A6-917F-6ADC-3DAB-2820669A2300}"/>
                  </a:ext>
                </a:extLst>
              </p:cNvPr>
              <p:cNvSpPr/>
              <p:nvPr/>
            </p:nvSpPr>
            <p:spPr>
              <a:xfrm>
                <a:off x="9024273" y="3379761"/>
                <a:ext cx="278648" cy="183691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6" name="Téglalap 65">
                <a:extLst>
                  <a:ext uri="{FF2B5EF4-FFF2-40B4-BE49-F238E27FC236}">
                    <a16:creationId xmlns:a16="http://schemas.microsoft.com/office/drawing/2014/main" id="{AC87E110-C6A2-AE71-9279-8B3900E9EFF2}"/>
                  </a:ext>
                </a:extLst>
              </p:cNvPr>
              <p:cNvSpPr/>
              <p:nvPr/>
            </p:nvSpPr>
            <p:spPr>
              <a:xfrm>
                <a:off x="10868669" y="4849697"/>
                <a:ext cx="278648" cy="36630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67" name="Téglalap 66">
                <a:extLst>
                  <a:ext uri="{FF2B5EF4-FFF2-40B4-BE49-F238E27FC236}">
                    <a16:creationId xmlns:a16="http://schemas.microsoft.com/office/drawing/2014/main" id="{6AF268B3-D5D0-2553-7A7B-CC9A296B8F27}"/>
                  </a:ext>
                </a:extLst>
              </p:cNvPr>
              <p:cNvSpPr/>
              <p:nvPr/>
            </p:nvSpPr>
            <p:spPr>
              <a:xfrm>
                <a:off x="11273775" y="4116415"/>
                <a:ext cx="278648" cy="1099586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u="sng" dirty="0"/>
              </a:p>
            </p:txBody>
          </p:sp>
          <p:sp>
            <p:nvSpPr>
              <p:cNvPr id="70" name="Téglalap 69">
                <a:extLst>
                  <a:ext uri="{FF2B5EF4-FFF2-40B4-BE49-F238E27FC236}">
                    <a16:creationId xmlns:a16="http://schemas.microsoft.com/office/drawing/2014/main" id="{DDCC6C9E-8986-CCB6-39DB-0046166F7C64}"/>
                  </a:ext>
                </a:extLst>
              </p:cNvPr>
              <p:cNvSpPr/>
              <p:nvPr/>
            </p:nvSpPr>
            <p:spPr>
              <a:xfrm>
                <a:off x="11678881" y="4114101"/>
                <a:ext cx="278648" cy="1103542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6" name="Szövegdoboz 25">
              <a:extLst>
                <a:ext uri="{FF2B5EF4-FFF2-40B4-BE49-F238E27FC236}">
                  <a16:creationId xmlns:a16="http://schemas.microsoft.com/office/drawing/2014/main" id="{989E10B7-60AB-0A99-6080-884BD1CA0563}"/>
                </a:ext>
              </a:extLst>
            </p:cNvPr>
            <p:cNvSpPr txBox="1"/>
            <p:nvPr/>
          </p:nvSpPr>
          <p:spPr>
            <a:xfrm>
              <a:off x="4946197" y="2676812"/>
              <a:ext cx="287851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600" dirty="0">
                  <a:solidFill>
                    <a:schemeClr val="bg2">
                      <a:lumMod val="75000"/>
                    </a:schemeClr>
                  </a:solidFill>
                  <a:latin typeface="Arial Black" panose="020B0A04020102020204" pitchFamily="34" charset="0"/>
                </a:rPr>
                <a:t>IDŐ ARÁNY </a:t>
              </a:r>
            </a:p>
          </p:txBody>
        </p:sp>
        <p:sp>
          <p:nvSpPr>
            <p:cNvPr id="28" name="Téglalap 27">
              <a:extLst>
                <a:ext uri="{FF2B5EF4-FFF2-40B4-BE49-F238E27FC236}">
                  <a16:creationId xmlns:a16="http://schemas.microsoft.com/office/drawing/2014/main" id="{A45081CD-5331-D7C2-250C-BD337FCA47A7}"/>
                </a:ext>
              </a:extLst>
            </p:cNvPr>
            <p:cNvSpPr/>
            <p:nvPr/>
          </p:nvSpPr>
          <p:spPr>
            <a:xfrm>
              <a:off x="8180450" y="2269355"/>
              <a:ext cx="278648" cy="27315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0" name="Szövegdoboz 29">
              <a:extLst>
                <a:ext uri="{FF2B5EF4-FFF2-40B4-BE49-F238E27FC236}">
                  <a16:creationId xmlns:a16="http://schemas.microsoft.com/office/drawing/2014/main" id="{8D5FB10A-19AB-9489-6A38-55773868322A}"/>
                </a:ext>
              </a:extLst>
            </p:cNvPr>
            <p:cNvSpPr txBox="1"/>
            <p:nvPr/>
          </p:nvSpPr>
          <p:spPr>
            <a:xfrm>
              <a:off x="8569822" y="2266236"/>
              <a:ext cx="13938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200" dirty="0" err="1">
                  <a:solidFill>
                    <a:schemeClr val="bg1"/>
                  </a:solidFill>
                  <a:latin typeface="Arial Black" panose="020B0A04020102020204" pitchFamily="34" charset="0"/>
                </a:rPr>
                <a:t>Figma</a:t>
              </a:r>
              <a:endParaRPr lang="hu-HU" sz="12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32" name="Téglalap 31">
              <a:extLst>
                <a:ext uri="{FF2B5EF4-FFF2-40B4-BE49-F238E27FC236}">
                  <a16:creationId xmlns:a16="http://schemas.microsoft.com/office/drawing/2014/main" id="{3788BE0D-9AC9-F2F4-902E-BBCFF4D45AA7}"/>
                </a:ext>
              </a:extLst>
            </p:cNvPr>
            <p:cNvSpPr/>
            <p:nvPr/>
          </p:nvSpPr>
          <p:spPr>
            <a:xfrm>
              <a:off x="8180450" y="2710913"/>
              <a:ext cx="278648" cy="27315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" name="Szövegdoboz 33">
              <a:extLst>
                <a:ext uri="{FF2B5EF4-FFF2-40B4-BE49-F238E27FC236}">
                  <a16:creationId xmlns:a16="http://schemas.microsoft.com/office/drawing/2014/main" id="{22179563-45EF-820F-68B7-6DE4765AA5E4}"/>
                </a:ext>
              </a:extLst>
            </p:cNvPr>
            <p:cNvSpPr txBox="1"/>
            <p:nvPr/>
          </p:nvSpPr>
          <p:spPr>
            <a:xfrm>
              <a:off x="8569821" y="2712770"/>
              <a:ext cx="15702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200" dirty="0" err="1">
                  <a:solidFill>
                    <a:schemeClr val="bg1"/>
                  </a:solidFill>
                  <a:latin typeface="Arial Black" panose="020B0A04020102020204" pitchFamily="34" charset="0"/>
                </a:rPr>
                <a:t>Github</a:t>
              </a:r>
              <a:r>
                <a:rPr lang="hu-HU" sz="12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 &amp; </a:t>
              </a:r>
              <a:r>
                <a:rPr lang="hu-HU" sz="1200" dirty="0" err="1">
                  <a:solidFill>
                    <a:schemeClr val="bg1"/>
                  </a:solidFill>
                  <a:latin typeface="Arial Black" panose="020B0A04020102020204" pitchFamily="34" charset="0"/>
                </a:rPr>
                <a:t>Trello</a:t>
              </a:r>
              <a:endParaRPr lang="hu-HU" sz="12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36" name="Téglalap 35">
              <a:extLst>
                <a:ext uri="{FF2B5EF4-FFF2-40B4-BE49-F238E27FC236}">
                  <a16:creationId xmlns:a16="http://schemas.microsoft.com/office/drawing/2014/main" id="{53EBC6CC-EF46-C836-338C-1D3B38BB13A0}"/>
                </a:ext>
              </a:extLst>
            </p:cNvPr>
            <p:cNvSpPr/>
            <p:nvPr/>
          </p:nvSpPr>
          <p:spPr>
            <a:xfrm>
              <a:off x="10074350" y="2251708"/>
              <a:ext cx="278648" cy="273154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8" name="Szövegdoboz 37">
              <a:extLst>
                <a:ext uri="{FF2B5EF4-FFF2-40B4-BE49-F238E27FC236}">
                  <a16:creationId xmlns:a16="http://schemas.microsoft.com/office/drawing/2014/main" id="{8B368013-FABE-BB16-AB74-CC4F522CF770}"/>
                </a:ext>
              </a:extLst>
            </p:cNvPr>
            <p:cNvSpPr txBox="1"/>
            <p:nvPr/>
          </p:nvSpPr>
          <p:spPr>
            <a:xfrm>
              <a:off x="10463722" y="2248589"/>
              <a:ext cx="13938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2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Web</a:t>
              </a:r>
            </a:p>
          </p:txBody>
        </p:sp>
        <p:sp>
          <p:nvSpPr>
            <p:cNvPr id="39" name="Téglalap 38">
              <a:extLst>
                <a:ext uri="{FF2B5EF4-FFF2-40B4-BE49-F238E27FC236}">
                  <a16:creationId xmlns:a16="http://schemas.microsoft.com/office/drawing/2014/main" id="{8F72E223-F284-361C-4EF7-2EFF92A4C391}"/>
                </a:ext>
              </a:extLst>
            </p:cNvPr>
            <p:cNvSpPr/>
            <p:nvPr/>
          </p:nvSpPr>
          <p:spPr>
            <a:xfrm>
              <a:off x="10074350" y="2693266"/>
              <a:ext cx="278648" cy="273154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40" name="Szövegdoboz 39">
              <a:extLst>
                <a:ext uri="{FF2B5EF4-FFF2-40B4-BE49-F238E27FC236}">
                  <a16:creationId xmlns:a16="http://schemas.microsoft.com/office/drawing/2014/main" id="{E7BD3920-1EC3-0760-BCF3-DC3963A02C3C}"/>
                </a:ext>
              </a:extLst>
            </p:cNvPr>
            <p:cNvSpPr txBox="1"/>
            <p:nvPr/>
          </p:nvSpPr>
          <p:spPr>
            <a:xfrm>
              <a:off x="10463721" y="2695123"/>
              <a:ext cx="15702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2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PPT</a:t>
              </a:r>
            </a:p>
          </p:txBody>
        </p:sp>
      </p:grpSp>
      <p:sp>
        <p:nvSpPr>
          <p:cNvPr id="299" name="Téglalap 298">
            <a:extLst>
              <a:ext uri="{FF2B5EF4-FFF2-40B4-BE49-F238E27FC236}">
                <a16:creationId xmlns:a16="http://schemas.microsoft.com/office/drawing/2014/main" id="{4C47B378-D3BF-6704-D00D-5A64143CEDB9}"/>
              </a:ext>
            </a:extLst>
          </p:cNvPr>
          <p:cNvSpPr/>
          <p:nvPr/>
        </p:nvSpPr>
        <p:spPr>
          <a:xfrm flipV="1">
            <a:off x="5384800" y="982187"/>
            <a:ext cx="3429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1" name="Szövegdoboz 300">
            <a:extLst>
              <a:ext uri="{FF2B5EF4-FFF2-40B4-BE49-F238E27FC236}">
                <a16:creationId xmlns:a16="http://schemas.microsoft.com/office/drawing/2014/main" id="{AA1E990E-B53F-C215-B59C-ABF902C16613}"/>
              </a:ext>
            </a:extLst>
          </p:cNvPr>
          <p:cNvSpPr txBox="1"/>
          <p:nvPr/>
        </p:nvSpPr>
        <p:spPr>
          <a:xfrm>
            <a:off x="838200" y="523694"/>
            <a:ext cx="4908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5400" dirty="0">
                <a:solidFill>
                  <a:schemeClr val="bg1"/>
                </a:solidFill>
                <a:latin typeface="Arial Black" panose="020B0A04020102020204" pitchFamily="34" charset="0"/>
              </a:rPr>
              <a:t>TARTALOM</a:t>
            </a:r>
          </a:p>
        </p:txBody>
      </p:sp>
      <p:grpSp>
        <p:nvGrpSpPr>
          <p:cNvPr id="302" name="Csoportba foglalás 301">
            <a:extLst>
              <a:ext uri="{FF2B5EF4-FFF2-40B4-BE49-F238E27FC236}">
                <a16:creationId xmlns:a16="http://schemas.microsoft.com/office/drawing/2014/main" id="{C99C5F21-4ECD-9ECA-DBA9-B84EC08D387C}"/>
              </a:ext>
            </a:extLst>
          </p:cNvPr>
          <p:cNvGrpSpPr/>
          <p:nvPr/>
        </p:nvGrpSpPr>
        <p:grpSpPr>
          <a:xfrm>
            <a:off x="12450436" y="1938495"/>
            <a:ext cx="8820514" cy="3927249"/>
            <a:chOff x="4604044" y="1942506"/>
            <a:chExt cx="8820514" cy="3927249"/>
          </a:xfrm>
        </p:grpSpPr>
        <p:grpSp>
          <p:nvGrpSpPr>
            <p:cNvPr id="303" name="Csoportba foglalás 302">
              <a:extLst>
                <a:ext uri="{FF2B5EF4-FFF2-40B4-BE49-F238E27FC236}">
                  <a16:creationId xmlns:a16="http://schemas.microsoft.com/office/drawing/2014/main" id="{3438F1A7-7A61-5303-9487-EF3065A7904B}"/>
                </a:ext>
              </a:extLst>
            </p:cNvPr>
            <p:cNvGrpSpPr/>
            <p:nvPr/>
          </p:nvGrpSpPr>
          <p:grpSpPr>
            <a:xfrm>
              <a:off x="4604044" y="1942506"/>
              <a:ext cx="8820514" cy="3927249"/>
              <a:chOff x="4756241" y="2034133"/>
              <a:chExt cx="8820514" cy="3927249"/>
            </a:xfrm>
          </p:grpSpPr>
          <p:sp>
            <p:nvSpPr>
              <p:cNvPr id="311" name="Téglalap 310">
                <a:extLst>
                  <a:ext uri="{FF2B5EF4-FFF2-40B4-BE49-F238E27FC236}">
                    <a16:creationId xmlns:a16="http://schemas.microsoft.com/office/drawing/2014/main" id="{4528465A-D540-0934-136B-EB1597840CFC}"/>
                  </a:ext>
                </a:extLst>
              </p:cNvPr>
              <p:cNvSpPr/>
              <p:nvPr/>
            </p:nvSpPr>
            <p:spPr>
              <a:xfrm>
                <a:off x="4882698" y="2034133"/>
                <a:ext cx="8694057" cy="3927248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312" name="Szövegdoboz 311">
                <a:extLst>
                  <a:ext uri="{FF2B5EF4-FFF2-40B4-BE49-F238E27FC236}">
                    <a16:creationId xmlns:a16="http://schemas.microsoft.com/office/drawing/2014/main" id="{5E756F48-B9B1-ED46-52B4-F21AFB7D5466}"/>
                  </a:ext>
                </a:extLst>
              </p:cNvPr>
              <p:cNvSpPr txBox="1"/>
              <p:nvPr/>
            </p:nvSpPr>
            <p:spPr>
              <a:xfrm>
                <a:off x="4948442" y="2226749"/>
                <a:ext cx="28363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Csapattagok</a:t>
                </a:r>
              </a:p>
            </p:txBody>
          </p:sp>
          <p:sp>
            <p:nvSpPr>
              <p:cNvPr id="313" name="Téglalap 312">
                <a:extLst>
                  <a:ext uri="{FF2B5EF4-FFF2-40B4-BE49-F238E27FC236}">
                    <a16:creationId xmlns:a16="http://schemas.microsoft.com/office/drawing/2014/main" id="{26FAC6C5-9C0D-D2FC-D6FC-807A5FF57A35}"/>
                  </a:ext>
                </a:extLst>
              </p:cNvPr>
              <p:cNvSpPr/>
              <p:nvPr/>
            </p:nvSpPr>
            <p:spPr>
              <a:xfrm rot="5400000">
                <a:off x="2855845" y="3934529"/>
                <a:ext cx="3927249" cy="126457"/>
              </a:xfrm>
              <a:prstGeom prst="rect">
                <a:avLst/>
              </a:prstGeom>
              <a:solidFill>
                <a:srgbClr val="890F2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04" name="Csoportba foglalás 303">
              <a:extLst>
                <a:ext uri="{FF2B5EF4-FFF2-40B4-BE49-F238E27FC236}">
                  <a16:creationId xmlns:a16="http://schemas.microsoft.com/office/drawing/2014/main" id="{A60DA4F4-1090-BE76-9A3A-42EFCBA9594F}"/>
                </a:ext>
              </a:extLst>
            </p:cNvPr>
            <p:cNvGrpSpPr/>
            <p:nvPr/>
          </p:nvGrpSpPr>
          <p:grpSpPr>
            <a:xfrm>
              <a:off x="4667272" y="2634071"/>
              <a:ext cx="4895708" cy="2974074"/>
              <a:chOff x="4667272" y="2642672"/>
              <a:chExt cx="4895708" cy="2974074"/>
            </a:xfrm>
          </p:grpSpPr>
          <p:pic>
            <p:nvPicPr>
              <p:cNvPr id="305" name="Ábra 304" descr="Férfi profil egyszínű kitöltéssel">
                <a:extLst>
                  <a:ext uri="{FF2B5EF4-FFF2-40B4-BE49-F238E27FC236}">
                    <a16:creationId xmlns:a16="http://schemas.microsoft.com/office/drawing/2014/main" id="{9F00DCAA-5E20-CB13-F5FC-FCCB20D14F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4667272" y="2642672"/>
                <a:ext cx="2700796" cy="2700796"/>
              </a:xfrm>
              <a:prstGeom prst="rect">
                <a:avLst/>
              </a:prstGeom>
            </p:spPr>
          </p:pic>
          <p:pic>
            <p:nvPicPr>
              <p:cNvPr id="306" name="Ábra 305" descr="Férfi profil egyszínű kitöltéssel">
                <a:extLst>
                  <a:ext uri="{FF2B5EF4-FFF2-40B4-BE49-F238E27FC236}">
                    <a16:creationId xmlns:a16="http://schemas.microsoft.com/office/drawing/2014/main" id="{9628B2FA-8816-C22F-F4ED-F2C517EC4D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862184" y="2654340"/>
                <a:ext cx="2700796" cy="2700796"/>
              </a:xfrm>
              <a:prstGeom prst="rect">
                <a:avLst/>
              </a:prstGeom>
            </p:spPr>
          </p:pic>
          <p:sp>
            <p:nvSpPr>
              <p:cNvPr id="307" name="Szövegdoboz 306">
                <a:extLst>
                  <a:ext uri="{FF2B5EF4-FFF2-40B4-BE49-F238E27FC236}">
                    <a16:creationId xmlns:a16="http://schemas.microsoft.com/office/drawing/2014/main" id="{61F5E200-02ED-084C-56E5-30B8C7E51327}"/>
                  </a:ext>
                </a:extLst>
              </p:cNvPr>
              <p:cNvSpPr txBox="1"/>
              <p:nvPr/>
            </p:nvSpPr>
            <p:spPr>
              <a:xfrm>
                <a:off x="4813317" y="5093526"/>
                <a:ext cx="218436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2800" b="1" dirty="0">
                    <a:solidFill>
                      <a:schemeClr val="bg1"/>
                    </a:solidFill>
                  </a:rPr>
                  <a:t>Tihamér</a:t>
                </a:r>
              </a:p>
            </p:txBody>
          </p:sp>
          <p:sp>
            <p:nvSpPr>
              <p:cNvPr id="308" name="Téglalap 307">
                <a:extLst>
                  <a:ext uri="{FF2B5EF4-FFF2-40B4-BE49-F238E27FC236}">
                    <a16:creationId xmlns:a16="http://schemas.microsoft.com/office/drawing/2014/main" id="{9419A5FB-EE91-70CE-1DCC-A3B743A8E9BD}"/>
                  </a:ext>
                </a:extLst>
              </p:cNvPr>
              <p:cNvSpPr/>
              <p:nvPr/>
            </p:nvSpPr>
            <p:spPr>
              <a:xfrm>
                <a:off x="6769141" y="5093526"/>
                <a:ext cx="185613" cy="523220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09" name="Szövegdoboz 308">
                <a:extLst>
                  <a:ext uri="{FF2B5EF4-FFF2-40B4-BE49-F238E27FC236}">
                    <a16:creationId xmlns:a16="http://schemas.microsoft.com/office/drawing/2014/main" id="{06077EEA-C2F0-7464-1D9F-74E91A714FAC}"/>
                  </a:ext>
                </a:extLst>
              </p:cNvPr>
              <p:cNvSpPr txBox="1"/>
              <p:nvPr/>
            </p:nvSpPr>
            <p:spPr>
              <a:xfrm>
                <a:off x="7017983" y="5081859"/>
                <a:ext cx="218436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2800" b="1" dirty="0">
                    <a:solidFill>
                      <a:schemeClr val="bg1"/>
                    </a:solidFill>
                  </a:rPr>
                  <a:t>Levente</a:t>
                </a:r>
              </a:p>
            </p:txBody>
          </p:sp>
          <p:sp>
            <p:nvSpPr>
              <p:cNvPr id="310" name="Téglalap 309">
                <a:extLst>
                  <a:ext uri="{FF2B5EF4-FFF2-40B4-BE49-F238E27FC236}">
                    <a16:creationId xmlns:a16="http://schemas.microsoft.com/office/drawing/2014/main" id="{44361ABD-AA2C-4FAA-FD5B-5664A57A49EE}"/>
                  </a:ext>
                </a:extLst>
              </p:cNvPr>
              <p:cNvSpPr/>
              <p:nvPr/>
            </p:nvSpPr>
            <p:spPr>
              <a:xfrm>
                <a:off x="8925098" y="5093526"/>
                <a:ext cx="185613" cy="523220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grpSp>
        <p:nvGrpSpPr>
          <p:cNvPr id="314" name="Csoportba foglalás 313">
            <a:extLst>
              <a:ext uri="{FF2B5EF4-FFF2-40B4-BE49-F238E27FC236}">
                <a16:creationId xmlns:a16="http://schemas.microsoft.com/office/drawing/2014/main" id="{37FC2299-DF1F-1862-4E08-A072DF6CE398}"/>
              </a:ext>
            </a:extLst>
          </p:cNvPr>
          <p:cNvGrpSpPr/>
          <p:nvPr/>
        </p:nvGrpSpPr>
        <p:grpSpPr>
          <a:xfrm>
            <a:off x="17429669" y="1938494"/>
            <a:ext cx="8820514" cy="3927249"/>
            <a:chOff x="13822870" y="1903240"/>
            <a:chExt cx="8820514" cy="3927249"/>
          </a:xfrm>
        </p:grpSpPr>
        <p:grpSp>
          <p:nvGrpSpPr>
            <p:cNvPr id="315" name="Csoportba foglalás 314">
              <a:extLst>
                <a:ext uri="{FF2B5EF4-FFF2-40B4-BE49-F238E27FC236}">
                  <a16:creationId xmlns:a16="http://schemas.microsoft.com/office/drawing/2014/main" id="{015A4647-5850-42DD-F4AA-733B13DC063D}"/>
                </a:ext>
              </a:extLst>
            </p:cNvPr>
            <p:cNvGrpSpPr/>
            <p:nvPr/>
          </p:nvGrpSpPr>
          <p:grpSpPr>
            <a:xfrm>
              <a:off x="13822870" y="1903240"/>
              <a:ext cx="8820514" cy="3927249"/>
              <a:chOff x="4756241" y="2034133"/>
              <a:chExt cx="8820514" cy="3927249"/>
            </a:xfrm>
          </p:grpSpPr>
          <p:sp>
            <p:nvSpPr>
              <p:cNvPr id="325" name="Téglalap 324">
                <a:extLst>
                  <a:ext uri="{FF2B5EF4-FFF2-40B4-BE49-F238E27FC236}">
                    <a16:creationId xmlns:a16="http://schemas.microsoft.com/office/drawing/2014/main" id="{B74FC57F-C97B-618E-06FB-D5052464EF5B}"/>
                  </a:ext>
                </a:extLst>
              </p:cNvPr>
              <p:cNvSpPr/>
              <p:nvPr/>
            </p:nvSpPr>
            <p:spPr>
              <a:xfrm>
                <a:off x="4882698" y="2034133"/>
                <a:ext cx="8694057" cy="3927248"/>
              </a:xfrm>
              <a:prstGeom prst="rect">
                <a:avLst/>
              </a:prstGeom>
              <a:solidFill>
                <a:srgbClr val="2121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326" name="Téglalap 325">
                <a:extLst>
                  <a:ext uri="{FF2B5EF4-FFF2-40B4-BE49-F238E27FC236}">
                    <a16:creationId xmlns:a16="http://schemas.microsoft.com/office/drawing/2014/main" id="{BE3BDD91-828F-3F86-51AF-8DD653EBCBA7}"/>
                  </a:ext>
                </a:extLst>
              </p:cNvPr>
              <p:cNvSpPr/>
              <p:nvPr/>
            </p:nvSpPr>
            <p:spPr>
              <a:xfrm rot="5400000">
                <a:off x="2855845" y="3934529"/>
                <a:ext cx="3927249" cy="126457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16" name="Szövegdoboz 315">
              <a:extLst>
                <a:ext uri="{FF2B5EF4-FFF2-40B4-BE49-F238E27FC236}">
                  <a16:creationId xmlns:a16="http://schemas.microsoft.com/office/drawing/2014/main" id="{FC69B2FD-E95F-BF31-0FD8-D8BD56D9F830}"/>
                </a:ext>
              </a:extLst>
            </p:cNvPr>
            <p:cNvSpPr txBox="1"/>
            <p:nvPr/>
          </p:nvSpPr>
          <p:spPr>
            <a:xfrm>
              <a:off x="14104812" y="2158148"/>
              <a:ext cx="28363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Feladatok</a:t>
              </a:r>
            </a:p>
          </p:txBody>
        </p:sp>
        <p:grpSp>
          <p:nvGrpSpPr>
            <p:cNvPr id="317" name="Csoportba foglalás 316">
              <a:extLst>
                <a:ext uri="{FF2B5EF4-FFF2-40B4-BE49-F238E27FC236}">
                  <a16:creationId xmlns:a16="http://schemas.microsoft.com/office/drawing/2014/main" id="{77FE2E58-F505-DAFC-70A5-5D3103498E9A}"/>
                </a:ext>
              </a:extLst>
            </p:cNvPr>
            <p:cNvGrpSpPr/>
            <p:nvPr/>
          </p:nvGrpSpPr>
          <p:grpSpPr>
            <a:xfrm>
              <a:off x="14104812" y="2749566"/>
              <a:ext cx="3033488" cy="3041186"/>
              <a:chOff x="14104810" y="2928270"/>
              <a:chExt cx="3033488" cy="2329016"/>
            </a:xfrm>
          </p:grpSpPr>
          <p:grpSp>
            <p:nvGrpSpPr>
              <p:cNvPr id="318" name="Csoportba foglalás 317">
                <a:extLst>
                  <a:ext uri="{FF2B5EF4-FFF2-40B4-BE49-F238E27FC236}">
                    <a16:creationId xmlns:a16="http://schemas.microsoft.com/office/drawing/2014/main" id="{F2038719-0414-A7AF-78BD-3F73A757F160}"/>
                  </a:ext>
                </a:extLst>
              </p:cNvPr>
              <p:cNvGrpSpPr/>
              <p:nvPr/>
            </p:nvGrpSpPr>
            <p:grpSpPr>
              <a:xfrm>
                <a:off x="14104810" y="2928270"/>
                <a:ext cx="3033488" cy="2329016"/>
                <a:chOff x="14104809" y="2088955"/>
                <a:chExt cx="3033488" cy="2329016"/>
              </a:xfrm>
            </p:grpSpPr>
            <p:sp>
              <p:nvSpPr>
                <p:cNvPr id="320" name="Szövegdoboz 319">
                  <a:extLst>
                    <a:ext uri="{FF2B5EF4-FFF2-40B4-BE49-F238E27FC236}">
                      <a16:creationId xmlns:a16="http://schemas.microsoft.com/office/drawing/2014/main" id="{BE94C097-6479-6357-2C7D-B9394989DF7B}"/>
                    </a:ext>
                  </a:extLst>
                </p:cNvPr>
                <p:cNvSpPr txBox="1"/>
                <p:nvPr/>
              </p:nvSpPr>
              <p:spPr>
                <a:xfrm>
                  <a:off x="14104812" y="2088955"/>
                  <a:ext cx="303348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sz="2000" dirty="0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HTML</a:t>
                  </a:r>
                </a:p>
              </p:txBody>
            </p:sp>
            <p:sp>
              <p:nvSpPr>
                <p:cNvPr id="321" name="Szövegdoboz 320">
                  <a:extLst>
                    <a:ext uri="{FF2B5EF4-FFF2-40B4-BE49-F238E27FC236}">
                      <a16:creationId xmlns:a16="http://schemas.microsoft.com/office/drawing/2014/main" id="{3317C26F-ED77-16AB-F276-F2B8D26ECA60}"/>
                    </a:ext>
                  </a:extLst>
                </p:cNvPr>
                <p:cNvSpPr txBox="1"/>
                <p:nvPr/>
              </p:nvSpPr>
              <p:spPr>
                <a:xfrm>
                  <a:off x="14104810" y="2477617"/>
                  <a:ext cx="303348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sz="2000" dirty="0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JS</a:t>
                  </a:r>
                </a:p>
              </p:txBody>
            </p:sp>
            <p:sp>
              <p:nvSpPr>
                <p:cNvPr id="322" name="Szövegdoboz 321">
                  <a:extLst>
                    <a:ext uri="{FF2B5EF4-FFF2-40B4-BE49-F238E27FC236}">
                      <a16:creationId xmlns:a16="http://schemas.microsoft.com/office/drawing/2014/main" id="{8D1D5B2A-4B29-F629-78CD-619001FA7C82}"/>
                    </a:ext>
                  </a:extLst>
                </p:cNvPr>
                <p:cNvSpPr txBox="1"/>
                <p:nvPr/>
              </p:nvSpPr>
              <p:spPr>
                <a:xfrm>
                  <a:off x="14104809" y="2859077"/>
                  <a:ext cx="3033485" cy="3064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sz="2000" dirty="0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JS </a:t>
                  </a:r>
                  <a:r>
                    <a:rPr lang="hu-HU" sz="2000" dirty="0" err="1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class</a:t>
                  </a:r>
                  <a:r>
                    <a:rPr lang="hu-HU" sz="2000" dirty="0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 | teszt</a:t>
                  </a:r>
                </a:p>
              </p:txBody>
            </p:sp>
            <p:sp>
              <p:nvSpPr>
                <p:cNvPr id="323" name="Szövegdoboz 322">
                  <a:extLst>
                    <a:ext uri="{FF2B5EF4-FFF2-40B4-BE49-F238E27FC236}">
                      <a16:creationId xmlns:a16="http://schemas.microsoft.com/office/drawing/2014/main" id="{0097916B-1C9C-65A8-93C7-62D1228915A1}"/>
                    </a:ext>
                  </a:extLst>
                </p:cNvPr>
                <p:cNvSpPr txBox="1"/>
                <p:nvPr/>
              </p:nvSpPr>
              <p:spPr>
                <a:xfrm>
                  <a:off x="14104809" y="3629199"/>
                  <a:ext cx="303348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sz="2000" dirty="0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CSS</a:t>
                  </a:r>
                </a:p>
              </p:txBody>
            </p:sp>
            <p:sp>
              <p:nvSpPr>
                <p:cNvPr id="324" name="Szövegdoboz 323">
                  <a:extLst>
                    <a:ext uri="{FF2B5EF4-FFF2-40B4-BE49-F238E27FC236}">
                      <a16:creationId xmlns:a16="http://schemas.microsoft.com/office/drawing/2014/main" id="{90491174-6CAF-E2A0-81F0-4EFE781A4687}"/>
                    </a:ext>
                  </a:extLst>
                </p:cNvPr>
                <p:cNvSpPr txBox="1"/>
                <p:nvPr/>
              </p:nvSpPr>
              <p:spPr>
                <a:xfrm>
                  <a:off x="14104809" y="4017861"/>
                  <a:ext cx="303348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sz="2000" dirty="0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PPT</a:t>
                  </a:r>
                </a:p>
              </p:txBody>
            </p:sp>
          </p:grpSp>
          <p:sp>
            <p:nvSpPr>
              <p:cNvPr id="319" name="Szövegdoboz 318">
                <a:extLst>
                  <a:ext uri="{FF2B5EF4-FFF2-40B4-BE49-F238E27FC236}">
                    <a16:creationId xmlns:a16="http://schemas.microsoft.com/office/drawing/2014/main" id="{9E797630-76DA-BC13-4EF3-984FA1601062}"/>
                  </a:ext>
                </a:extLst>
              </p:cNvPr>
              <p:cNvSpPr txBox="1"/>
              <p:nvPr/>
            </p:nvSpPr>
            <p:spPr>
              <a:xfrm>
                <a:off x="14104810" y="4087054"/>
                <a:ext cx="3033485" cy="306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sz="2000" dirty="0" err="1">
                    <a:solidFill>
                      <a:schemeClr val="bg2">
                        <a:lumMod val="75000"/>
                      </a:schemeClr>
                    </a:solidFill>
                    <a:latin typeface="Arial Black" panose="020B0A04020102020204" pitchFamily="34" charset="0"/>
                  </a:rPr>
                  <a:t>Github</a:t>
                </a:r>
                <a:r>
                  <a:rPr lang="hu-HU" sz="2000" dirty="0">
                    <a:solidFill>
                      <a:schemeClr val="bg2">
                        <a:lumMod val="75000"/>
                      </a:schemeClr>
                    </a:solidFill>
                    <a:latin typeface="Arial Black" panose="020B0A04020102020204" pitchFamily="34" charset="0"/>
                  </a:rPr>
                  <a:t> &amp; </a:t>
                </a:r>
                <a:r>
                  <a:rPr lang="hu-HU" sz="2000" dirty="0" err="1">
                    <a:solidFill>
                      <a:schemeClr val="bg2">
                        <a:lumMod val="75000"/>
                      </a:schemeClr>
                    </a:solidFill>
                    <a:latin typeface="Arial Black" panose="020B0A04020102020204" pitchFamily="34" charset="0"/>
                  </a:rPr>
                  <a:t>Trello</a:t>
                </a:r>
                <a:endParaRPr lang="hu-HU" sz="2000" dirty="0">
                  <a:solidFill>
                    <a:schemeClr val="bg2">
                      <a:lumMod val="75000"/>
                    </a:schemeClr>
                  </a:solidFill>
                  <a:latin typeface="Arial Black" panose="020B0A040201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5570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A5499-82C8-A50F-2C22-B39EDB282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Ábra 5" descr="Könyvjelző egyszínű kitöltéssel">
            <a:extLst>
              <a:ext uri="{FF2B5EF4-FFF2-40B4-BE49-F238E27FC236}">
                <a16:creationId xmlns:a16="http://schemas.microsoft.com/office/drawing/2014/main" id="{8510CC3D-194F-B830-A3E3-E5458E95E7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48509" y="-170936"/>
            <a:ext cx="1802859" cy="1802859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ACFFB7C8-8CCF-F4E2-304C-2BE97BF9FA04}"/>
              </a:ext>
            </a:extLst>
          </p:cNvPr>
          <p:cNvSpPr txBox="1"/>
          <p:nvPr/>
        </p:nvSpPr>
        <p:spPr>
          <a:xfrm>
            <a:off x="11104606" y="38784"/>
            <a:ext cx="69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>
                <a:latin typeface="Arial Black" panose="020B0A04020102020204" pitchFamily="34" charset="0"/>
              </a:rPr>
              <a:t>IKT</a:t>
            </a:r>
          </a:p>
        </p:txBody>
      </p:sp>
      <p:pic>
        <p:nvPicPr>
          <p:cNvPr id="10" name="Ábra 9" descr="Értekezlet körvonalas">
            <a:extLst>
              <a:ext uri="{FF2B5EF4-FFF2-40B4-BE49-F238E27FC236}">
                <a16:creationId xmlns:a16="http://schemas.microsoft.com/office/drawing/2014/main" id="{3F2FAD94-7312-F686-44C3-2657ACB36D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4606" y="324132"/>
            <a:ext cx="690664" cy="690664"/>
          </a:xfrm>
          <a:prstGeom prst="rect">
            <a:avLst/>
          </a:prstGeom>
        </p:spPr>
      </p:pic>
      <p:sp>
        <p:nvSpPr>
          <p:cNvPr id="13" name="Szövegdoboz 12">
            <a:extLst>
              <a:ext uri="{FF2B5EF4-FFF2-40B4-BE49-F238E27FC236}">
                <a16:creationId xmlns:a16="http://schemas.microsoft.com/office/drawing/2014/main" id="{47B8AEC4-273C-D614-4257-1CFC6E63BFE4}"/>
              </a:ext>
            </a:extLst>
          </p:cNvPr>
          <p:cNvSpPr txBox="1"/>
          <p:nvPr/>
        </p:nvSpPr>
        <p:spPr>
          <a:xfrm>
            <a:off x="1028700" y="2108200"/>
            <a:ext cx="206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Idő beosztás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9EA7CD84-1DCC-8A30-4549-1ADBD2564E43}"/>
              </a:ext>
            </a:extLst>
          </p:cNvPr>
          <p:cNvSpPr txBox="1"/>
          <p:nvPr/>
        </p:nvSpPr>
        <p:spPr>
          <a:xfrm>
            <a:off x="1028700" y="2710378"/>
            <a:ext cx="206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Csapat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01B8EA29-E7F0-0FA8-7AC8-5349B66DDA38}"/>
              </a:ext>
            </a:extLst>
          </p:cNvPr>
          <p:cNvSpPr txBox="1"/>
          <p:nvPr/>
        </p:nvSpPr>
        <p:spPr>
          <a:xfrm>
            <a:off x="1028700" y="3312556"/>
            <a:ext cx="206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Feladat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96944FC3-7FF8-2D34-F62B-0F81ADD700DD}"/>
              </a:ext>
            </a:extLst>
          </p:cNvPr>
          <p:cNvSpPr txBox="1"/>
          <p:nvPr/>
        </p:nvSpPr>
        <p:spPr>
          <a:xfrm>
            <a:off x="1028700" y="3914734"/>
            <a:ext cx="206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Összegzés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58C7200E-DFCD-4052-E599-1889546828A8}"/>
              </a:ext>
            </a:extLst>
          </p:cNvPr>
          <p:cNvSpPr/>
          <p:nvPr/>
        </p:nvSpPr>
        <p:spPr>
          <a:xfrm>
            <a:off x="2962273" y="2275722"/>
            <a:ext cx="443867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A38EBB36-CBD8-DD94-EB98-407054FFDCEB}"/>
              </a:ext>
            </a:extLst>
          </p:cNvPr>
          <p:cNvSpPr/>
          <p:nvPr/>
        </p:nvSpPr>
        <p:spPr>
          <a:xfrm>
            <a:off x="2962273" y="2861254"/>
            <a:ext cx="1266827" cy="45719"/>
          </a:xfrm>
          <a:prstGeom prst="rect">
            <a:avLst/>
          </a:prstGeom>
          <a:solidFill>
            <a:srgbClr val="890F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Téglalap 20">
            <a:extLst>
              <a:ext uri="{FF2B5EF4-FFF2-40B4-BE49-F238E27FC236}">
                <a16:creationId xmlns:a16="http://schemas.microsoft.com/office/drawing/2014/main" id="{AA5AF675-B03A-F8E2-E248-67990D104475}"/>
              </a:ext>
            </a:extLst>
          </p:cNvPr>
          <p:cNvSpPr/>
          <p:nvPr/>
        </p:nvSpPr>
        <p:spPr>
          <a:xfrm>
            <a:off x="2962273" y="3474362"/>
            <a:ext cx="443867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Téglalap 22">
            <a:extLst>
              <a:ext uri="{FF2B5EF4-FFF2-40B4-BE49-F238E27FC236}">
                <a16:creationId xmlns:a16="http://schemas.microsoft.com/office/drawing/2014/main" id="{7C7E081A-89BD-3703-767A-9F7F207C4DBA}"/>
              </a:ext>
            </a:extLst>
          </p:cNvPr>
          <p:cNvSpPr/>
          <p:nvPr/>
        </p:nvSpPr>
        <p:spPr>
          <a:xfrm>
            <a:off x="2962273" y="4076540"/>
            <a:ext cx="443867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2" name="Téglalap 311">
            <a:extLst>
              <a:ext uri="{FF2B5EF4-FFF2-40B4-BE49-F238E27FC236}">
                <a16:creationId xmlns:a16="http://schemas.microsoft.com/office/drawing/2014/main" id="{3ACE6A8E-5F6F-6759-EAF8-B3A5CAF3C3FA}"/>
              </a:ext>
            </a:extLst>
          </p:cNvPr>
          <p:cNvSpPr/>
          <p:nvPr/>
        </p:nvSpPr>
        <p:spPr>
          <a:xfrm flipV="1">
            <a:off x="5384800" y="982187"/>
            <a:ext cx="3429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14" name="Szövegdoboz 313">
            <a:extLst>
              <a:ext uri="{FF2B5EF4-FFF2-40B4-BE49-F238E27FC236}">
                <a16:creationId xmlns:a16="http://schemas.microsoft.com/office/drawing/2014/main" id="{70DC7372-80C6-D6C0-E86D-CCB0377F1674}"/>
              </a:ext>
            </a:extLst>
          </p:cNvPr>
          <p:cNvSpPr txBox="1"/>
          <p:nvPr/>
        </p:nvSpPr>
        <p:spPr>
          <a:xfrm>
            <a:off x="838200" y="523694"/>
            <a:ext cx="4908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5400" dirty="0">
                <a:solidFill>
                  <a:schemeClr val="bg1"/>
                </a:solidFill>
                <a:latin typeface="Arial Black" panose="020B0A04020102020204" pitchFamily="34" charset="0"/>
              </a:rPr>
              <a:t>TARTALOM</a:t>
            </a:r>
          </a:p>
        </p:txBody>
      </p:sp>
      <p:grpSp>
        <p:nvGrpSpPr>
          <p:cNvPr id="327" name="Csoportba foglalás 326">
            <a:extLst>
              <a:ext uri="{FF2B5EF4-FFF2-40B4-BE49-F238E27FC236}">
                <a16:creationId xmlns:a16="http://schemas.microsoft.com/office/drawing/2014/main" id="{AA0981FC-A585-FD78-C80C-54AA12B3CD8F}"/>
              </a:ext>
            </a:extLst>
          </p:cNvPr>
          <p:cNvGrpSpPr/>
          <p:nvPr/>
        </p:nvGrpSpPr>
        <p:grpSpPr>
          <a:xfrm>
            <a:off x="12464935" y="1958262"/>
            <a:ext cx="8820515" cy="3927249"/>
            <a:chOff x="4756240" y="2034133"/>
            <a:chExt cx="8820515" cy="3927249"/>
          </a:xfrm>
        </p:grpSpPr>
        <p:sp>
          <p:nvSpPr>
            <p:cNvPr id="328" name="Téglalap 327">
              <a:extLst>
                <a:ext uri="{FF2B5EF4-FFF2-40B4-BE49-F238E27FC236}">
                  <a16:creationId xmlns:a16="http://schemas.microsoft.com/office/drawing/2014/main" id="{D97E8E1F-FE07-8F93-7FB4-9092D14CFB6B}"/>
                </a:ext>
              </a:extLst>
            </p:cNvPr>
            <p:cNvSpPr/>
            <p:nvPr/>
          </p:nvSpPr>
          <p:spPr>
            <a:xfrm>
              <a:off x="4882698" y="2034133"/>
              <a:ext cx="8694057" cy="392724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329" name="Szövegdoboz 328">
              <a:extLst>
                <a:ext uri="{FF2B5EF4-FFF2-40B4-BE49-F238E27FC236}">
                  <a16:creationId xmlns:a16="http://schemas.microsoft.com/office/drawing/2014/main" id="{05441C31-11CC-3CCE-2D69-E3FBBF152B51}"/>
                </a:ext>
              </a:extLst>
            </p:cNvPr>
            <p:cNvSpPr txBox="1"/>
            <p:nvPr/>
          </p:nvSpPr>
          <p:spPr>
            <a:xfrm>
              <a:off x="4948442" y="2226749"/>
              <a:ext cx="5753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3 hét </a:t>
              </a:r>
              <a:r>
                <a:rPr lang="hu-HU" dirty="0">
                  <a:solidFill>
                    <a:schemeClr val="bg2">
                      <a:lumMod val="75000"/>
                    </a:schemeClr>
                  </a:solidFill>
                  <a:latin typeface="Arial Black" panose="020B0A04020102020204" pitchFamily="34" charset="0"/>
                </a:rPr>
                <a:t>~ 09.23. – 10.14. </a:t>
              </a:r>
            </a:p>
          </p:txBody>
        </p:sp>
        <p:sp>
          <p:nvSpPr>
            <p:cNvPr id="330" name="Téglalap 329">
              <a:extLst>
                <a:ext uri="{FF2B5EF4-FFF2-40B4-BE49-F238E27FC236}">
                  <a16:creationId xmlns:a16="http://schemas.microsoft.com/office/drawing/2014/main" id="{0E677E21-B5DE-1134-33BB-A9EC392623C9}"/>
                </a:ext>
              </a:extLst>
            </p:cNvPr>
            <p:cNvSpPr/>
            <p:nvPr/>
          </p:nvSpPr>
          <p:spPr>
            <a:xfrm rot="5400000">
              <a:off x="2855844" y="3934529"/>
              <a:ext cx="3927249" cy="12645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grpSp>
          <p:nvGrpSpPr>
            <p:cNvPr id="331" name="Csoportba foglalás 330">
              <a:extLst>
                <a:ext uri="{FF2B5EF4-FFF2-40B4-BE49-F238E27FC236}">
                  <a16:creationId xmlns:a16="http://schemas.microsoft.com/office/drawing/2014/main" id="{46D75548-0424-7E6C-7BE5-C7960502625C}"/>
                </a:ext>
              </a:extLst>
            </p:cNvPr>
            <p:cNvGrpSpPr/>
            <p:nvPr/>
          </p:nvGrpSpPr>
          <p:grpSpPr>
            <a:xfrm>
              <a:off x="5088615" y="3109865"/>
              <a:ext cx="6706655" cy="2734148"/>
              <a:chOff x="5755969" y="3013456"/>
              <a:chExt cx="6706655" cy="2734148"/>
            </a:xfrm>
          </p:grpSpPr>
          <p:sp>
            <p:nvSpPr>
              <p:cNvPr id="341" name="Szövegdoboz 340">
                <a:extLst>
                  <a:ext uri="{FF2B5EF4-FFF2-40B4-BE49-F238E27FC236}">
                    <a16:creationId xmlns:a16="http://schemas.microsoft.com/office/drawing/2014/main" id="{2DF37142-B823-DDFC-A79C-602148A93666}"/>
                  </a:ext>
                </a:extLst>
              </p:cNvPr>
              <p:cNvSpPr txBox="1"/>
              <p:nvPr/>
            </p:nvSpPr>
            <p:spPr>
              <a:xfrm>
                <a:off x="6335603" y="5378272"/>
                <a:ext cx="12001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I. Hét</a:t>
                </a:r>
              </a:p>
            </p:txBody>
          </p:sp>
          <p:sp>
            <p:nvSpPr>
              <p:cNvPr id="342" name="Szövegdoboz 341">
                <a:extLst>
                  <a:ext uri="{FF2B5EF4-FFF2-40B4-BE49-F238E27FC236}">
                    <a16:creationId xmlns:a16="http://schemas.microsoft.com/office/drawing/2014/main" id="{8B68D256-C6E5-1CEE-0803-9754B77183A0}"/>
                  </a:ext>
                </a:extLst>
              </p:cNvPr>
              <p:cNvSpPr txBox="1"/>
              <p:nvPr/>
            </p:nvSpPr>
            <p:spPr>
              <a:xfrm>
                <a:off x="8492069" y="5358858"/>
                <a:ext cx="12001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II. Hét</a:t>
                </a:r>
              </a:p>
            </p:txBody>
          </p:sp>
          <p:sp>
            <p:nvSpPr>
              <p:cNvPr id="343" name="Szövegdoboz 342">
                <a:extLst>
                  <a:ext uri="{FF2B5EF4-FFF2-40B4-BE49-F238E27FC236}">
                    <a16:creationId xmlns:a16="http://schemas.microsoft.com/office/drawing/2014/main" id="{5ED76B91-DCB8-3B6B-68EA-5B342F75DAB0}"/>
                  </a:ext>
                </a:extLst>
              </p:cNvPr>
              <p:cNvSpPr txBox="1"/>
              <p:nvPr/>
            </p:nvSpPr>
            <p:spPr>
              <a:xfrm>
                <a:off x="10853185" y="5378272"/>
                <a:ext cx="12001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III. Hét</a:t>
                </a:r>
              </a:p>
            </p:txBody>
          </p:sp>
          <p:sp>
            <p:nvSpPr>
              <p:cNvPr id="344" name="Téglalap 343">
                <a:extLst>
                  <a:ext uri="{FF2B5EF4-FFF2-40B4-BE49-F238E27FC236}">
                    <a16:creationId xmlns:a16="http://schemas.microsoft.com/office/drawing/2014/main" id="{5177D48F-F902-B615-8C55-AE03D01B5DFA}"/>
                  </a:ext>
                </a:extLst>
              </p:cNvPr>
              <p:cNvSpPr/>
              <p:nvPr/>
            </p:nvSpPr>
            <p:spPr>
              <a:xfrm flipV="1">
                <a:off x="5755972" y="5216678"/>
                <a:ext cx="6672344" cy="45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45" name="Téglalap 344">
                <a:extLst>
                  <a:ext uri="{FF2B5EF4-FFF2-40B4-BE49-F238E27FC236}">
                    <a16:creationId xmlns:a16="http://schemas.microsoft.com/office/drawing/2014/main" id="{43D68603-4921-7CA5-4BE3-5031D225ED4D}"/>
                  </a:ext>
                </a:extLst>
              </p:cNvPr>
              <p:cNvSpPr/>
              <p:nvPr/>
            </p:nvSpPr>
            <p:spPr>
              <a:xfrm flipV="1">
                <a:off x="5778843" y="4850373"/>
                <a:ext cx="6672344" cy="4571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46" name="Téglalap 345">
                <a:extLst>
                  <a:ext uri="{FF2B5EF4-FFF2-40B4-BE49-F238E27FC236}">
                    <a16:creationId xmlns:a16="http://schemas.microsoft.com/office/drawing/2014/main" id="{9CB884C7-0B6C-16BA-9198-D281F30E6FD3}"/>
                  </a:ext>
                </a:extLst>
              </p:cNvPr>
              <p:cNvSpPr/>
              <p:nvPr/>
            </p:nvSpPr>
            <p:spPr>
              <a:xfrm flipV="1">
                <a:off x="5790280" y="4484068"/>
                <a:ext cx="6672344" cy="4571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47" name="Téglalap 346">
                <a:extLst>
                  <a:ext uri="{FF2B5EF4-FFF2-40B4-BE49-F238E27FC236}">
                    <a16:creationId xmlns:a16="http://schemas.microsoft.com/office/drawing/2014/main" id="{FD660C40-5F19-E2EB-EC30-005D0D439647}"/>
                  </a:ext>
                </a:extLst>
              </p:cNvPr>
              <p:cNvSpPr/>
              <p:nvPr/>
            </p:nvSpPr>
            <p:spPr>
              <a:xfrm flipV="1">
                <a:off x="5778843" y="4116415"/>
                <a:ext cx="6672344" cy="4571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48" name="Téglalap 347">
                <a:extLst>
                  <a:ext uri="{FF2B5EF4-FFF2-40B4-BE49-F238E27FC236}">
                    <a16:creationId xmlns:a16="http://schemas.microsoft.com/office/drawing/2014/main" id="{39362E96-47E0-CEEE-4429-23CAA4091797}"/>
                  </a:ext>
                </a:extLst>
              </p:cNvPr>
              <p:cNvSpPr/>
              <p:nvPr/>
            </p:nvSpPr>
            <p:spPr>
              <a:xfrm flipV="1">
                <a:off x="5778843" y="3748762"/>
                <a:ext cx="6672344" cy="4571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49" name="Téglalap 348">
                <a:extLst>
                  <a:ext uri="{FF2B5EF4-FFF2-40B4-BE49-F238E27FC236}">
                    <a16:creationId xmlns:a16="http://schemas.microsoft.com/office/drawing/2014/main" id="{2FFEEC10-DF6C-CE11-B664-0FC79F184567}"/>
                  </a:ext>
                </a:extLst>
              </p:cNvPr>
              <p:cNvSpPr/>
              <p:nvPr/>
            </p:nvSpPr>
            <p:spPr>
              <a:xfrm flipV="1">
                <a:off x="5755970" y="3381109"/>
                <a:ext cx="6672344" cy="4571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50" name="Téglalap 349">
                <a:extLst>
                  <a:ext uri="{FF2B5EF4-FFF2-40B4-BE49-F238E27FC236}">
                    <a16:creationId xmlns:a16="http://schemas.microsoft.com/office/drawing/2014/main" id="{D5F4EAFF-8E2C-4933-9CCA-B71696C7C6D0}"/>
                  </a:ext>
                </a:extLst>
              </p:cNvPr>
              <p:cNvSpPr/>
              <p:nvPr/>
            </p:nvSpPr>
            <p:spPr>
              <a:xfrm flipV="1">
                <a:off x="5778843" y="3013456"/>
                <a:ext cx="6672344" cy="4571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51" name="Téglalap 350">
                <a:extLst>
                  <a:ext uri="{FF2B5EF4-FFF2-40B4-BE49-F238E27FC236}">
                    <a16:creationId xmlns:a16="http://schemas.microsoft.com/office/drawing/2014/main" id="{EF5F5D40-9B6B-9F16-E618-6A45044E366E}"/>
                  </a:ext>
                </a:extLst>
              </p:cNvPr>
              <p:cNvSpPr/>
              <p:nvPr/>
            </p:nvSpPr>
            <p:spPr>
              <a:xfrm rot="5400000">
                <a:off x="4677217" y="4092208"/>
                <a:ext cx="2203223" cy="457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52" name="Téglalap 351">
                <a:extLst>
                  <a:ext uri="{FF2B5EF4-FFF2-40B4-BE49-F238E27FC236}">
                    <a16:creationId xmlns:a16="http://schemas.microsoft.com/office/drawing/2014/main" id="{705ADD31-17F8-17DC-8789-234191074FC3}"/>
                  </a:ext>
                </a:extLst>
              </p:cNvPr>
              <p:cNvSpPr/>
              <p:nvPr/>
            </p:nvSpPr>
            <p:spPr>
              <a:xfrm>
                <a:off x="6230341" y="4482719"/>
                <a:ext cx="278648" cy="733957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53" name="Téglalap 352">
                <a:extLst>
                  <a:ext uri="{FF2B5EF4-FFF2-40B4-BE49-F238E27FC236}">
                    <a16:creationId xmlns:a16="http://schemas.microsoft.com/office/drawing/2014/main" id="{88D04A1D-D872-8CDB-3272-9739725615F5}"/>
                  </a:ext>
                </a:extLst>
              </p:cNvPr>
              <p:cNvSpPr/>
              <p:nvPr/>
            </p:nvSpPr>
            <p:spPr>
              <a:xfrm>
                <a:off x="6635447" y="4850372"/>
                <a:ext cx="278648" cy="366305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54" name="Téglalap 353">
                <a:extLst>
                  <a:ext uri="{FF2B5EF4-FFF2-40B4-BE49-F238E27FC236}">
                    <a16:creationId xmlns:a16="http://schemas.microsoft.com/office/drawing/2014/main" id="{6EBEAC69-7CA7-01AF-6DA2-F7DEA2762B12}"/>
                  </a:ext>
                </a:extLst>
              </p:cNvPr>
              <p:cNvSpPr/>
              <p:nvPr/>
            </p:nvSpPr>
            <p:spPr>
              <a:xfrm>
                <a:off x="7040553" y="4115067"/>
                <a:ext cx="278648" cy="1101610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355" name="Téglalap 354">
                <a:extLst>
                  <a:ext uri="{FF2B5EF4-FFF2-40B4-BE49-F238E27FC236}">
                    <a16:creationId xmlns:a16="http://schemas.microsoft.com/office/drawing/2014/main" id="{B78759E1-1BF2-2839-E58A-336A48BCB3CF}"/>
                  </a:ext>
                </a:extLst>
              </p:cNvPr>
              <p:cNvSpPr/>
              <p:nvPr/>
            </p:nvSpPr>
            <p:spPr>
              <a:xfrm>
                <a:off x="8619167" y="4850372"/>
                <a:ext cx="278648" cy="36630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56" name="Téglalap 355">
                <a:extLst>
                  <a:ext uri="{FF2B5EF4-FFF2-40B4-BE49-F238E27FC236}">
                    <a16:creationId xmlns:a16="http://schemas.microsoft.com/office/drawing/2014/main" id="{86D2976E-7366-0537-1B0E-0F0F2D793BB8}"/>
                  </a:ext>
                </a:extLst>
              </p:cNvPr>
              <p:cNvSpPr/>
              <p:nvPr/>
            </p:nvSpPr>
            <p:spPr>
              <a:xfrm>
                <a:off x="9024273" y="3379761"/>
                <a:ext cx="278648" cy="1836915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57" name="Téglalap 356">
                <a:extLst>
                  <a:ext uri="{FF2B5EF4-FFF2-40B4-BE49-F238E27FC236}">
                    <a16:creationId xmlns:a16="http://schemas.microsoft.com/office/drawing/2014/main" id="{BDA1C9F6-788C-0D12-F002-4E511699EB67}"/>
                  </a:ext>
                </a:extLst>
              </p:cNvPr>
              <p:cNvSpPr/>
              <p:nvPr/>
            </p:nvSpPr>
            <p:spPr>
              <a:xfrm>
                <a:off x="10868669" y="4849697"/>
                <a:ext cx="278648" cy="366304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58" name="Téglalap 357">
                <a:extLst>
                  <a:ext uri="{FF2B5EF4-FFF2-40B4-BE49-F238E27FC236}">
                    <a16:creationId xmlns:a16="http://schemas.microsoft.com/office/drawing/2014/main" id="{CE1B0626-B713-1AE8-63BC-F712E59D94F1}"/>
                  </a:ext>
                </a:extLst>
              </p:cNvPr>
              <p:cNvSpPr/>
              <p:nvPr/>
            </p:nvSpPr>
            <p:spPr>
              <a:xfrm>
                <a:off x="11273775" y="4116415"/>
                <a:ext cx="278648" cy="1099586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u="sng" dirty="0"/>
              </a:p>
            </p:txBody>
          </p:sp>
          <p:sp>
            <p:nvSpPr>
              <p:cNvPr id="359" name="Téglalap 358">
                <a:extLst>
                  <a:ext uri="{FF2B5EF4-FFF2-40B4-BE49-F238E27FC236}">
                    <a16:creationId xmlns:a16="http://schemas.microsoft.com/office/drawing/2014/main" id="{DA426650-B8A8-1861-4BF3-63BF703671D1}"/>
                  </a:ext>
                </a:extLst>
              </p:cNvPr>
              <p:cNvSpPr/>
              <p:nvPr/>
            </p:nvSpPr>
            <p:spPr>
              <a:xfrm>
                <a:off x="11678881" y="4114101"/>
                <a:ext cx="278648" cy="1103542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32" name="Szövegdoboz 331">
              <a:extLst>
                <a:ext uri="{FF2B5EF4-FFF2-40B4-BE49-F238E27FC236}">
                  <a16:creationId xmlns:a16="http://schemas.microsoft.com/office/drawing/2014/main" id="{F997AD43-0BDE-4EFD-E918-18AB234C6192}"/>
                </a:ext>
              </a:extLst>
            </p:cNvPr>
            <p:cNvSpPr txBox="1"/>
            <p:nvPr/>
          </p:nvSpPr>
          <p:spPr>
            <a:xfrm>
              <a:off x="4946197" y="2676812"/>
              <a:ext cx="287851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600" dirty="0">
                  <a:solidFill>
                    <a:schemeClr val="bg2">
                      <a:lumMod val="75000"/>
                    </a:schemeClr>
                  </a:solidFill>
                  <a:latin typeface="Arial Black" panose="020B0A04020102020204" pitchFamily="34" charset="0"/>
                </a:rPr>
                <a:t>IDŐ ARÁNY </a:t>
              </a:r>
            </a:p>
          </p:txBody>
        </p:sp>
        <p:sp>
          <p:nvSpPr>
            <p:cNvPr id="333" name="Téglalap 332">
              <a:extLst>
                <a:ext uri="{FF2B5EF4-FFF2-40B4-BE49-F238E27FC236}">
                  <a16:creationId xmlns:a16="http://schemas.microsoft.com/office/drawing/2014/main" id="{54D08D4C-D0C7-561F-A64D-2C1921A2B3B1}"/>
                </a:ext>
              </a:extLst>
            </p:cNvPr>
            <p:cNvSpPr/>
            <p:nvPr/>
          </p:nvSpPr>
          <p:spPr>
            <a:xfrm>
              <a:off x="8180450" y="2269355"/>
              <a:ext cx="278648" cy="273154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4" name="Szövegdoboz 333">
              <a:extLst>
                <a:ext uri="{FF2B5EF4-FFF2-40B4-BE49-F238E27FC236}">
                  <a16:creationId xmlns:a16="http://schemas.microsoft.com/office/drawing/2014/main" id="{C3C1FAA4-24CB-B1BB-825F-C90887B7CD5B}"/>
                </a:ext>
              </a:extLst>
            </p:cNvPr>
            <p:cNvSpPr txBox="1"/>
            <p:nvPr/>
          </p:nvSpPr>
          <p:spPr>
            <a:xfrm>
              <a:off x="8569822" y="2266236"/>
              <a:ext cx="13938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200" dirty="0" err="1">
                  <a:solidFill>
                    <a:schemeClr val="bg1"/>
                  </a:solidFill>
                  <a:latin typeface="Arial Black" panose="020B0A04020102020204" pitchFamily="34" charset="0"/>
                </a:rPr>
                <a:t>Figma</a:t>
              </a:r>
              <a:endParaRPr lang="hu-HU" sz="12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335" name="Téglalap 334">
              <a:extLst>
                <a:ext uri="{FF2B5EF4-FFF2-40B4-BE49-F238E27FC236}">
                  <a16:creationId xmlns:a16="http://schemas.microsoft.com/office/drawing/2014/main" id="{0A641F5E-F75D-E783-6002-CCC7C6545725}"/>
                </a:ext>
              </a:extLst>
            </p:cNvPr>
            <p:cNvSpPr/>
            <p:nvPr/>
          </p:nvSpPr>
          <p:spPr>
            <a:xfrm>
              <a:off x="8180450" y="2710913"/>
              <a:ext cx="278648" cy="27315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6" name="Szövegdoboz 335">
              <a:extLst>
                <a:ext uri="{FF2B5EF4-FFF2-40B4-BE49-F238E27FC236}">
                  <a16:creationId xmlns:a16="http://schemas.microsoft.com/office/drawing/2014/main" id="{8F6C256D-9518-1469-2D00-7E3AB30B27FE}"/>
                </a:ext>
              </a:extLst>
            </p:cNvPr>
            <p:cNvSpPr txBox="1"/>
            <p:nvPr/>
          </p:nvSpPr>
          <p:spPr>
            <a:xfrm>
              <a:off x="8569821" y="2712770"/>
              <a:ext cx="15702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200" dirty="0" err="1">
                  <a:solidFill>
                    <a:schemeClr val="bg1"/>
                  </a:solidFill>
                  <a:latin typeface="Arial Black" panose="020B0A04020102020204" pitchFamily="34" charset="0"/>
                </a:rPr>
                <a:t>Github</a:t>
              </a:r>
              <a:r>
                <a:rPr lang="hu-HU" sz="12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 &amp; </a:t>
              </a:r>
              <a:r>
                <a:rPr lang="hu-HU" sz="1200" dirty="0" err="1">
                  <a:solidFill>
                    <a:schemeClr val="bg1"/>
                  </a:solidFill>
                  <a:latin typeface="Arial Black" panose="020B0A04020102020204" pitchFamily="34" charset="0"/>
                </a:rPr>
                <a:t>Trello</a:t>
              </a:r>
              <a:endParaRPr lang="hu-HU" sz="1200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337" name="Téglalap 336">
              <a:extLst>
                <a:ext uri="{FF2B5EF4-FFF2-40B4-BE49-F238E27FC236}">
                  <a16:creationId xmlns:a16="http://schemas.microsoft.com/office/drawing/2014/main" id="{5D3CD2AE-0397-3AFD-588D-59B4AE3D1F96}"/>
                </a:ext>
              </a:extLst>
            </p:cNvPr>
            <p:cNvSpPr/>
            <p:nvPr/>
          </p:nvSpPr>
          <p:spPr>
            <a:xfrm>
              <a:off x="10074350" y="2251708"/>
              <a:ext cx="278648" cy="273154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38" name="Szövegdoboz 337">
              <a:extLst>
                <a:ext uri="{FF2B5EF4-FFF2-40B4-BE49-F238E27FC236}">
                  <a16:creationId xmlns:a16="http://schemas.microsoft.com/office/drawing/2014/main" id="{130CA468-9D70-E3B3-9F71-261557E48122}"/>
                </a:ext>
              </a:extLst>
            </p:cNvPr>
            <p:cNvSpPr txBox="1"/>
            <p:nvPr/>
          </p:nvSpPr>
          <p:spPr>
            <a:xfrm>
              <a:off x="10463722" y="2248589"/>
              <a:ext cx="139380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2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Web</a:t>
              </a:r>
            </a:p>
          </p:txBody>
        </p:sp>
        <p:sp>
          <p:nvSpPr>
            <p:cNvPr id="339" name="Téglalap 338">
              <a:extLst>
                <a:ext uri="{FF2B5EF4-FFF2-40B4-BE49-F238E27FC236}">
                  <a16:creationId xmlns:a16="http://schemas.microsoft.com/office/drawing/2014/main" id="{CD9C444B-EF06-0050-7C29-12550968DD3C}"/>
                </a:ext>
              </a:extLst>
            </p:cNvPr>
            <p:cNvSpPr/>
            <p:nvPr/>
          </p:nvSpPr>
          <p:spPr>
            <a:xfrm>
              <a:off x="10074350" y="2693266"/>
              <a:ext cx="278648" cy="273154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340" name="Szövegdoboz 339">
              <a:extLst>
                <a:ext uri="{FF2B5EF4-FFF2-40B4-BE49-F238E27FC236}">
                  <a16:creationId xmlns:a16="http://schemas.microsoft.com/office/drawing/2014/main" id="{D44DFA0E-EAD6-2666-DFC6-377E51ABBF36}"/>
                </a:ext>
              </a:extLst>
            </p:cNvPr>
            <p:cNvSpPr txBox="1"/>
            <p:nvPr/>
          </p:nvSpPr>
          <p:spPr>
            <a:xfrm>
              <a:off x="10463721" y="2695123"/>
              <a:ext cx="157028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1200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PPT</a:t>
              </a:r>
            </a:p>
          </p:txBody>
        </p:sp>
      </p:grpSp>
      <p:grpSp>
        <p:nvGrpSpPr>
          <p:cNvPr id="360" name="Csoportba foglalás 359">
            <a:extLst>
              <a:ext uri="{FF2B5EF4-FFF2-40B4-BE49-F238E27FC236}">
                <a16:creationId xmlns:a16="http://schemas.microsoft.com/office/drawing/2014/main" id="{A199C453-AE13-F065-14D4-936CF7D744B3}"/>
              </a:ext>
            </a:extLst>
          </p:cNvPr>
          <p:cNvGrpSpPr/>
          <p:nvPr/>
        </p:nvGrpSpPr>
        <p:grpSpPr>
          <a:xfrm>
            <a:off x="4583629" y="1958264"/>
            <a:ext cx="8820514" cy="3927249"/>
            <a:chOff x="4604044" y="1942506"/>
            <a:chExt cx="8820514" cy="3927249"/>
          </a:xfrm>
        </p:grpSpPr>
        <p:grpSp>
          <p:nvGrpSpPr>
            <p:cNvPr id="361" name="Csoportba foglalás 360">
              <a:extLst>
                <a:ext uri="{FF2B5EF4-FFF2-40B4-BE49-F238E27FC236}">
                  <a16:creationId xmlns:a16="http://schemas.microsoft.com/office/drawing/2014/main" id="{559F7C40-CE3A-9F4F-D880-1B9ED7E7EA05}"/>
                </a:ext>
              </a:extLst>
            </p:cNvPr>
            <p:cNvGrpSpPr/>
            <p:nvPr/>
          </p:nvGrpSpPr>
          <p:grpSpPr>
            <a:xfrm>
              <a:off x="4604044" y="1942506"/>
              <a:ext cx="8820514" cy="3927249"/>
              <a:chOff x="4756241" y="2034133"/>
              <a:chExt cx="8820514" cy="3927249"/>
            </a:xfrm>
          </p:grpSpPr>
          <p:sp>
            <p:nvSpPr>
              <p:cNvPr id="369" name="Téglalap 368">
                <a:extLst>
                  <a:ext uri="{FF2B5EF4-FFF2-40B4-BE49-F238E27FC236}">
                    <a16:creationId xmlns:a16="http://schemas.microsoft.com/office/drawing/2014/main" id="{1FAD6FAF-39B8-2EBC-E043-C90BFC7F1E1F}"/>
                  </a:ext>
                </a:extLst>
              </p:cNvPr>
              <p:cNvSpPr/>
              <p:nvPr/>
            </p:nvSpPr>
            <p:spPr>
              <a:xfrm>
                <a:off x="4882698" y="2034133"/>
                <a:ext cx="8694057" cy="3927248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370" name="Szövegdoboz 369">
                <a:extLst>
                  <a:ext uri="{FF2B5EF4-FFF2-40B4-BE49-F238E27FC236}">
                    <a16:creationId xmlns:a16="http://schemas.microsoft.com/office/drawing/2014/main" id="{5B2F1A3B-C4EC-A137-31CD-239812B218DA}"/>
                  </a:ext>
                </a:extLst>
              </p:cNvPr>
              <p:cNvSpPr txBox="1"/>
              <p:nvPr/>
            </p:nvSpPr>
            <p:spPr>
              <a:xfrm>
                <a:off x="4948442" y="2226749"/>
                <a:ext cx="28363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Csapattagok</a:t>
                </a:r>
              </a:p>
            </p:txBody>
          </p:sp>
          <p:sp>
            <p:nvSpPr>
              <p:cNvPr id="371" name="Téglalap 370">
                <a:extLst>
                  <a:ext uri="{FF2B5EF4-FFF2-40B4-BE49-F238E27FC236}">
                    <a16:creationId xmlns:a16="http://schemas.microsoft.com/office/drawing/2014/main" id="{08884A85-E540-F6E8-4E74-5C2BF6A788D2}"/>
                  </a:ext>
                </a:extLst>
              </p:cNvPr>
              <p:cNvSpPr/>
              <p:nvPr/>
            </p:nvSpPr>
            <p:spPr>
              <a:xfrm rot="5400000">
                <a:off x="2855845" y="3934529"/>
                <a:ext cx="3927249" cy="126457"/>
              </a:xfrm>
              <a:prstGeom prst="rect">
                <a:avLst/>
              </a:prstGeom>
              <a:solidFill>
                <a:srgbClr val="890F2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362" name="Csoportba foglalás 361">
              <a:extLst>
                <a:ext uri="{FF2B5EF4-FFF2-40B4-BE49-F238E27FC236}">
                  <a16:creationId xmlns:a16="http://schemas.microsoft.com/office/drawing/2014/main" id="{9E0562AB-4CDE-E469-1818-236E4BE7E4CE}"/>
                </a:ext>
              </a:extLst>
            </p:cNvPr>
            <p:cNvGrpSpPr/>
            <p:nvPr/>
          </p:nvGrpSpPr>
          <p:grpSpPr>
            <a:xfrm>
              <a:off x="4667272" y="2634071"/>
              <a:ext cx="4895708" cy="2974074"/>
              <a:chOff x="4667272" y="2642672"/>
              <a:chExt cx="4895708" cy="2974074"/>
            </a:xfrm>
          </p:grpSpPr>
          <p:pic>
            <p:nvPicPr>
              <p:cNvPr id="363" name="Ábra 362" descr="Férfi profil egyszínű kitöltéssel">
                <a:extLst>
                  <a:ext uri="{FF2B5EF4-FFF2-40B4-BE49-F238E27FC236}">
                    <a16:creationId xmlns:a16="http://schemas.microsoft.com/office/drawing/2014/main" id="{A2302AAF-BC62-03DD-CA43-CFDA4ED5A1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667272" y="2642672"/>
                <a:ext cx="2700796" cy="2700796"/>
              </a:xfrm>
              <a:prstGeom prst="rect">
                <a:avLst/>
              </a:prstGeom>
            </p:spPr>
          </p:pic>
          <p:pic>
            <p:nvPicPr>
              <p:cNvPr id="364" name="Ábra 363" descr="Férfi profil egyszínű kitöltéssel">
                <a:extLst>
                  <a:ext uri="{FF2B5EF4-FFF2-40B4-BE49-F238E27FC236}">
                    <a16:creationId xmlns:a16="http://schemas.microsoft.com/office/drawing/2014/main" id="{C53979A3-5B88-13B1-0B59-32C2C9DDA6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862184" y="2654340"/>
                <a:ext cx="2700796" cy="2700796"/>
              </a:xfrm>
              <a:prstGeom prst="rect">
                <a:avLst/>
              </a:prstGeom>
            </p:spPr>
          </p:pic>
          <p:sp>
            <p:nvSpPr>
              <p:cNvPr id="365" name="Szövegdoboz 364">
                <a:extLst>
                  <a:ext uri="{FF2B5EF4-FFF2-40B4-BE49-F238E27FC236}">
                    <a16:creationId xmlns:a16="http://schemas.microsoft.com/office/drawing/2014/main" id="{09FA6BE6-82D4-5676-59C7-715757A0D4FD}"/>
                  </a:ext>
                </a:extLst>
              </p:cNvPr>
              <p:cNvSpPr txBox="1"/>
              <p:nvPr/>
            </p:nvSpPr>
            <p:spPr>
              <a:xfrm>
                <a:off x="4813317" y="5093526"/>
                <a:ext cx="218436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2800" b="1" dirty="0">
                    <a:solidFill>
                      <a:schemeClr val="bg1"/>
                    </a:solidFill>
                  </a:rPr>
                  <a:t>Tihamér</a:t>
                </a:r>
              </a:p>
            </p:txBody>
          </p:sp>
          <p:sp>
            <p:nvSpPr>
              <p:cNvPr id="366" name="Téglalap 365">
                <a:extLst>
                  <a:ext uri="{FF2B5EF4-FFF2-40B4-BE49-F238E27FC236}">
                    <a16:creationId xmlns:a16="http://schemas.microsoft.com/office/drawing/2014/main" id="{2F6604D6-E5B7-4FE3-1560-0B031ECDE738}"/>
                  </a:ext>
                </a:extLst>
              </p:cNvPr>
              <p:cNvSpPr/>
              <p:nvPr/>
            </p:nvSpPr>
            <p:spPr>
              <a:xfrm>
                <a:off x="6769141" y="5093526"/>
                <a:ext cx="185613" cy="523220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367" name="Szövegdoboz 366">
                <a:extLst>
                  <a:ext uri="{FF2B5EF4-FFF2-40B4-BE49-F238E27FC236}">
                    <a16:creationId xmlns:a16="http://schemas.microsoft.com/office/drawing/2014/main" id="{3F27C30F-2A85-BA09-B6C5-11942CF12030}"/>
                  </a:ext>
                </a:extLst>
              </p:cNvPr>
              <p:cNvSpPr txBox="1"/>
              <p:nvPr/>
            </p:nvSpPr>
            <p:spPr>
              <a:xfrm>
                <a:off x="7017983" y="5081859"/>
                <a:ext cx="218436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2800" b="1" dirty="0">
                    <a:solidFill>
                      <a:schemeClr val="bg1"/>
                    </a:solidFill>
                  </a:rPr>
                  <a:t>Levente</a:t>
                </a:r>
              </a:p>
            </p:txBody>
          </p:sp>
          <p:sp>
            <p:nvSpPr>
              <p:cNvPr id="368" name="Téglalap 367">
                <a:extLst>
                  <a:ext uri="{FF2B5EF4-FFF2-40B4-BE49-F238E27FC236}">
                    <a16:creationId xmlns:a16="http://schemas.microsoft.com/office/drawing/2014/main" id="{98337B4A-0AA8-816D-2214-C52FF97F1BB6}"/>
                  </a:ext>
                </a:extLst>
              </p:cNvPr>
              <p:cNvSpPr/>
              <p:nvPr/>
            </p:nvSpPr>
            <p:spPr>
              <a:xfrm>
                <a:off x="8925098" y="5093526"/>
                <a:ext cx="185613" cy="523220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grpSp>
        <p:nvGrpSpPr>
          <p:cNvPr id="372" name="Csoportba foglalás 371">
            <a:extLst>
              <a:ext uri="{FF2B5EF4-FFF2-40B4-BE49-F238E27FC236}">
                <a16:creationId xmlns:a16="http://schemas.microsoft.com/office/drawing/2014/main" id="{CAE7D33B-FCF5-D87E-47F6-290102BE70A0}"/>
              </a:ext>
            </a:extLst>
          </p:cNvPr>
          <p:cNvGrpSpPr/>
          <p:nvPr/>
        </p:nvGrpSpPr>
        <p:grpSpPr>
          <a:xfrm>
            <a:off x="9562862" y="1958263"/>
            <a:ext cx="8820514" cy="3927249"/>
            <a:chOff x="13822870" y="1903240"/>
            <a:chExt cx="8820514" cy="3927249"/>
          </a:xfrm>
        </p:grpSpPr>
        <p:grpSp>
          <p:nvGrpSpPr>
            <p:cNvPr id="373" name="Csoportba foglalás 372">
              <a:extLst>
                <a:ext uri="{FF2B5EF4-FFF2-40B4-BE49-F238E27FC236}">
                  <a16:creationId xmlns:a16="http://schemas.microsoft.com/office/drawing/2014/main" id="{9E2EC621-4C76-9D52-A596-BE874D040142}"/>
                </a:ext>
              </a:extLst>
            </p:cNvPr>
            <p:cNvGrpSpPr/>
            <p:nvPr/>
          </p:nvGrpSpPr>
          <p:grpSpPr>
            <a:xfrm>
              <a:off x="13822870" y="1903240"/>
              <a:ext cx="8820514" cy="3927249"/>
              <a:chOff x="4756241" y="2034133"/>
              <a:chExt cx="8820514" cy="3927249"/>
            </a:xfrm>
          </p:grpSpPr>
          <p:sp>
            <p:nvSpPr>
              <p:cNvPr id="383" name="Téglalap 382">
                <a:extLst>
                  <a:ext uri="{FF2B5EF4-FFF2-40B4-BE49-F238E27FC236}">
                    <a16:creationId xmlns:a16="http://schemas.microsoft.com/office/drawing/2014/main" id="{B4502376-54DD-9287-299F-2510DCC5FE52}"/>
                  </a:ext>
                </a:extLst>
              </p:cNvPr>
              <p:cNvSpPr/>
              <p:nvPr/>
            </p:nvSpPr>
            <p:spPr>
              <a:xfrm>
                <a:off x="4882698" y="2034133"/>
                <a:ext cx="8694057" cy="3927248"/>
              </a:xfrm>
              <a:prstGeom prst="rect">
                <a:avLst/>
              </a:prstGeom>
              <a:solidFill>
                <a:srgbClr val="2121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384" name="Téglalap 383">
                <a:extLst>
                  <a:ext uri="{FF2B5EF4-FFF2-40B4-BE49-F238E27FC236}">
                    <a16:creationId xmlns:a16="http://schemas.microsoft.com/office/drawing/2014/main" id="{CE0A6967-3322-F786-C9AD-8485151DD7FC}"/>
                  </a:ext>
                </a:extLst>
              </p:cNvPr>
              <p:cNvSpPr/>
              <p:nvPr/>
            </p:nvSpPr>
            <p:spPr>
              <a:xfrm rot="5400000">
                <a:off x="2855845" y="3934529"/>
                <a:ext cx="3927249" cy="126457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74" name="Szövegdoboz 373">
              <a:extLst>
                <a:ext uri="{FF2B5EF4-FFF2-40B4-BE49-F238E27FC236}">
                  <a16:creationId xmlns:a16="http://schemas.microsoft.com/office/drawing/2014/main" id="{7D8BE713-7AB5-927E-510C-9683D3DEB1B8}"/>
                </a:ext>
              </a:extLst>
            </p:cNvPr>
            <p:cNvSpPr txBox="1"/>
            <p:nvPr/>
          </p:nvSpPr>
          <p:spPr>
            <a:xfrm>
              <a:off x="14104812" y="2158148"/>
              <a:ext cx="28363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Feladatok</a:t>
              </a:r>
            </a:p>
          </p:txBody>
        </p:sp>
        <p:grpSp>
          <p:nvGrpSpPr>
            <p:cNvPr id="375" name="Csoportba foglalás 374">
              <a:extLst>
                <a:ext uri="{FF2B5EF4-FFF2-40B4-BE49-F238E27FC236}">
                  <a16:creationId xmlns:a16="http://schemas.microsoft.com/office/drawing/2014/main" id="{895680F2-5250-F924-5A32-78C6ED53FEC2}"/>
                </a:ext>
              </a:extLst>
            </p:cNvPr>
            <p:cNvGrpSpPr/>
            <p:nvPr/>
          </p:nvGrpSpPr>
          <p:grpSpPr>
            <a:xfrm>
              <a:off x="14104812" y="2749566"/>
              <a:ext cx="3033488" cy="3041186"/>
              <a:chOff x="14104810" y="2928270"/>
              <a:chExt cx="3033488" cy="2329016"/>
            </a:xfrm>
          </p:grpSpPr>
          <p:grpSp>
            <p:nvGrpSpPr>
              <p:cNvPr id="376" name="Csoportba foglalás 375">
                <a:extLst>
                  <a:ext uri="{FF2B5EF4-FFF2-40B4-BE49-F238E27FC236}">
                    <a16:creationId xmlns:a16="http://schemas.microsoft.com/office/drawing/2014/main" id="{4DCA823F-955A-26C8-D06C-D6530E372A55}"/>
                  </a:ext>
                </a:extLst>
              </p:cNvPr>
              <p:cNvGrpSpPr/>
              <p:nvPr/>
            </p:nvGrpSpPr>
            <p:grpSpPr>
              <a:xfrm>
                <a:off x="14104810" y="2928270"/>
                <a:ext cx="3033488" cy="2329016"/>
                <a:chOff x="14104809" y="2088955"/>
                <a:chExt cx="3033488" cy="2329016"/>
              </a:xfrm>
            </p:grpSpPr>
            <p:sp>
              <p:nvSpPr>
                <p:cNvPr id="378" name="Szövegdoboz 377">
                  <a:extLst>
                    <a:ext uri="{FF2B5EF4-FFF2-40B4-BE49-F238E27FC236}">
                      <a16:creationId xmlns:a16="http://schemas.microsoft.com/office/drawing/2014/main" id="{3B047094-DE12-BB54-7116-FE09C8A6579B}"/>
                    </a:ext>
                  </a:extLst>
                </p:cNvPr>
                <p:cNvSpPr txBox="1"/>
                <p:nvPr/>
              </p:nvSpPr>
              <p:spPr>
                <a:xfrm>
                  <a:off x="14104812" y="2088955"/>
                  <a:ext cx="303348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sz="2000" dirty="0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HTML</a:t>
                  </a:r>
                </a:p>
              </p:txBody>
            </p:sp>
            <p:sp>
              <p:nvSpPr>
                <p:cNvPr id="379" name="Szövegdoboz 378">
                  <a:extLst>
                    <a:ext uri="{FF2B5EF4-FFF2-40B4-BE49-F238E27FC236}">
                      <a16:creationId xmlns:a16="http://schemas.microsoft.com/office/drawing/2014/main" id="{801C47F4-2577-D28B-A911-FAE3008008C9}"/>
                    </a:ext>
                  </a:extLst>
                </p:cNvPr>
                <p:cNvSpPr txBox="1"/>
                <p:nvPr/>
              </p:nvSpPr>
              <p:spPr>
                <a:xfrm>
                  <a:off x="14104810" y="2477617"/>
                  <a:ext cx="303348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sz="2000" dirty="0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JS</a:t>
                  </a:r>
                </a:p>
              </p:txBody>
            </p:sp>
            <p:sp>
              <p:nvSpPr>
                <p:cNvPr id="380" name="Szövegdoboz 379">
                  <a:extLst>
                    <a:ext uri="{FF2B5EF4-FFF2-40B4-BE49-F238E27FC236}">
                      <a16:creationId xmlns:a16="http://schemas.microsoft.com/office/drawing/2014/main" id="{6070BEB5-F3A4-D8B9-B380-F81677B73E81}"/>
                    </a:ext>
                  </a:extLst>
                </p:cNvPr>
                <p:cNvSpPr txBox="1"/>
                <p:nvPr/>
              </p:nvSpPr>
              <p:spPr>
                <a:xfrm>
                  <a:off x="14104809" y="2859077"/>
                  <a:ext cx="3033485" cy="3064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sz="2000" dirty="0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JS </a:t>
                  </a:r>
                  <a:r>
                    <a:rPr lang="hu-HU" sz="2000" dirty="0" err="1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class</a:t>
                  </a:r>
                  <a:r>
                    <a:rPr lang="hu-HU" sz="2000" dirty="0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 | teszt</a:t>
                  </a:r>
                </a:p>
              </p:txBody>
            </p:sp>
            <p:sp>
              <p:nvSpPr>
                <p:cNvPr id="381" name="Szövegdoboz 380">
                  <a:extLst>
                    <a:ext uri="{FF2B5EF4-FFF2-40B4-BE49-F238E27FC236}">
                      <a16:creationId xmlns:a16="http://schemas.microsoft.com/office/drawing/2014/main" id="{375FDE72-C848-7B25-832A-C5B7DBD99106}"/>
                    </a:ext>
                  </a:extLst>
                </p:cNvPr>
                <p:cNvSpPr txBox="1"/>
                <p:nvPr/>
              </p:nvSpPr>
              <p:spPr>
                <a:xfrm>
                  <a:off x="14104809" y="3629199"/>
                  <a:ext cx="303348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sz="2000" dirty="0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CSS</a:t>
                  </a:r>
                </a:p>
              </p:txBody>
            </p:sp>
            <p:sp>
              <p:nvSpPr>
                <p:cNvPr id="382" name="Szövegdoboz 381">
                  <a:extLst>
                    <a:ext uri="{FF2B5EF4-FFF2-40B4-BE49-F238E27FC236}">
                      <a16:creationId xmlns:a16="http://schemas.microsoft.com/office/drawing/2014/main" id="{EB1BA525-BFD5-1AB5-1463-5B79153EADDC}"/>
                    </a:ext>
                  </a:extLst>
                </p:cNvPr>
                <p:cNvSpPr txBox="1"/>
                <p:nvPr/>
              </p:nvSpPr>
              <p:spPr>
                <a:xfrm>
                  <a:off x="14104809" y="4017861"/>
                  <a:ext cx="303348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sz="2000" dirty="0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PPT</a:t>
                  </a:r>
                </a:p>
              </p:txBody>
            </p:sp>
          </p:grpSp>
          <p:sp>
            <p:nvSpPr>
              <p:cNvPr id="377" name="Szövegdoboz 376">
                <a:extLst>
                  <a:ext uri="{FF2B5EF4-FFF2-40B4-BE49-F238E27FC236}">
                    <a16:creationId xmlns:a16="http://schemas.microsoft.com/office/drawing/2014/main" id="{16F72A68-88BA-2BA7-7DF1-C938CE1282CA}"/>
                  </a:ext>
                </a:extLst>
              </p:cNvPr>
              <p:cNvSpPr txBox="1"/>
              <p:nvPr/>
            </p:nvSpPr>
            <p:spPr>
              <a:xfrm>
                <a:off x="14104810" y="4087054"/>
                <a:ext cx="3033485" cy="306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sz="2000" dirty="0" err="1">
                    <a:solidFill>
                      <a:schemeClr val="bg2">
                        <a:lumMod val="75000"/>
                      </a:schemeClr>
                    </a:solidFill>
                    <a:latin typeface="Arial Black" panose="020B0A04020102020204" pitchFamily="34" charset="0"/>
                  </a:rPr>
                  <a:t>Github</a:t>
                </a:r>
                <a:r>
                  <a:rPr lang="hu-HU" sz="2000" dirty="0">
                    <a:solidFill>
                      <a:schemeClr val="bg2">
                        <a:lumMod val="75000"/>
                      </a:schemeClr>
                    </a:solidFill>
                    <a:latin typeface="Arial Black" panose="020B0A04020102020204" pitchFamily="34" charset="0"/>
                  </a:rPr>
                  <a:t> &amp; </a:t>
                </a:r>
                <a:r>
                  <a:rPr lang="hu-HU" sz="2000" dirty="0" err="1">
                    <a:solidFill>
                      <a:schemeClr val="bg2">
                        <a:lumMod val="75000"/>
                      </a:schemeClr>
                    </a:solidFill>
                    <a:latin typeface="Arial Black" panose="020B0A04020102020204" pitchFamily="34" charset="0"/>
                  </a:rPr>
                  <a:t>Trello</a:t>
                </a:r>
                <a:endParaRPr lang="hu-HU" sz="2000" dirty="0">
                  <a:solidFill>
                    <a:schemeClr val="bg2">
                      <a:lumMod val="75000"/>
                    </a:schemeClr>
                  </a:solidFill>
                  <a:latin typeface="Arial Black" panose="020B0A04020102020204" pitchFamily="34" charset="0"/>
                </a:endParaRPr>
              </a:p>
            </p:txBody>
          </p:sp>
        </p:grpSp>
      </p:grpSp>
      <p:grpSp>
        <p:nvGrpSpPr>
          <p:cNvPr id="385" name="Csoportba foglalás 384">
            <a:extLst>
              <a:ext uri="{FF2B5EF4-FFF2-40B4-BE49-F238E27FC236}">
                <a16:creationId xmlns:a16="http://schemas.microsoft.com/office/drawing/2014/main" id="{238DF28C-9C85-BB1C-94E9-3EF861C78BA7}"/>
              </a:ext>
            </a:extLst>
          </p:cNvPr>
          <p:cNvGrpSpPr/>
          <p:nvPr/>
        </p:nvGrpSpPr>
        <p:grpSpPr>
          <a:xfrm>
            <a:off x="12274910" y="1951109"/>
            <a:ext cx="8820514" cy="3927249"/>
            <a:chOff x="13822870" y="1903240"/>
            <a:chExt cx="8820514" cy="3927249"/>
          </a:xfrm>
        </p:grpSpPr>
        <p:grpSp>
          <p:nvGrpSpPr>
            <p:cNvPr id="386" name="Csoportba foglalás 385">
              <a:extLst>
                <a:ext uri="{FF2B5EF4-FFF2-40B4-BE49-F238E27FC236}">
                  <a16:creationId xmlns:a16="http://schemas.microsoft.com/office/drawing/2014/main" id="{A0446F3D-3AF7-ECAC-AE9F-337F00985AAB}"/>
                </a:ext>
              </a:extLst>
            </p:cNvPr>
            <p:cNvGrpSpPr/>
            <p:nvPr/>
          </p:nvGrpSpPr>
          <p:grpSpPr>
            <a:xfrm>
              <a:off x="13822870" y="1903240"/>
              <a:ext cx="8820514" cy="3927249"/>
              <a:chOff x="4756241" y="2034133"/>
              <a:chExt cx="8820514" cy="3927249"/>
            </a:xfrm>
          </p:grpSpPr>
          <p:sp>
            <p:nvSpPr>
              <p:cNvPr id="395" name="Téglalap 394">
                <a:extLst>
                  <a:ext uri="{FF2B5EF4-FFF2-40B4-BE49-F238E27FC236}">
                    <a16:creationId xmlns:a16="http://schemas.microsoft.com/office/drawing/2014/main" id="{9CF0A92B-5ED5-DA74-B72B-F2B1AD6BA983}"/>
                  </a:ext>
                </a:extLst>
              </p:cNvPr>
              <p:cNvSpPr/>
              <p:nvPr/>
            </p:nvSpPr>
            <p:spPr>
              <a:xfrm>
                <a:off x="4882698" y="2034133"/>
                <a:ext cx="8694057" cy="3927248"/>
              </a:xfrm>
              <a:prstGeom prst="rect">
                <a:avLst/>
              </a:prstGeom>
              <a:solidFill>
                <a:srgbClr val="2121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396" name="Téglalap 395">
                <a:extLst>
                  <a:ext uri="{FF2B5EF4-FFF2-40B4-BE49-F238E27FC236}">
                    <a16:creationId xmlns:a16="http://schemas.microsoft.com/office/drawing/2014/main" id="{74CE0DE9-4A34-7240-D07A-D221B648AF3F}"/>
                  </a:ext>
                </a:extLst>
              </p:cNvPr>
              <p:cNvSpPr/>
              <p:nvPr/>
            </p:nvSpPr>
            <p:spPr>
              <a:xfrm rot="5400000">
                <a:off x="2855845" y="3934529"/>
                <a:ext cx="3927249" cy="126457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387" name="Szövegdoboz 386">
              <a:extLst>
                <a:ext uri="{FF2B5EF4-FFF2-40B4-BE49-F238E27FC236}">
                  <a16:creationId xmlns:a16="http://schemas.microsoft.com/office/drawing/2014/main" id="{0B1EF107-9521-6991-5D53-A0F967029981}"/>
                </a:ext>
              </a:extLst>
            </p:cNvPr>
            <p:cNvSpPr txBox="1"/>
            <p:nvPr/>
          </p:nvSpPr>
          <p:spPr>
            <a:xfrm>
              <a:off x="14104812" y="2158148"/>
              <a:ext cx="28363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Feladatok</a:t>
              </a:r>
            </a:p>
          </p:txBody>
        </p:sp>
        <p:grpSp>
          <p:nvGrpSpPr>
            <p:cNvPr id="388" name="Csoportba foglalás 387">
              <a:extLst>
                <a:ext uri="{FF2B5EF4-FFF2-40B4-BE49-F238E27FC236}">
                  <a16:creationId xmlns:a16="http://schemas.microsoft.com/office/drawing/2014/main" id="{D5F2F5D2-D601-349F-785A-A11CDE1B983E}"/>
                </a:ext>
              </a:extLst>
            </p:cNvPr>
            <p:cNvGrpSpPr/>
            <p:nvPr/>
          </p:nvGrpSpPr>
          <p:grpSpPr>
            <a:xfrm>
              <a:off x="14104812" y="2749566"/>
              <a:ext cx="3033488" cy="2411332"/>
              <a:chOff x="14104810" y="2928270"/>
              <a:chExt cx="3033488" cy="1846658"/>
            </a:xfrm>
          </p:grpSpPr>
          <p:grpSp>
            <p:nvGrpSpPr>
              <p:cNvPr id="389" name="Csoportba foglalás 388">
                <a:extLst>
                  <a:ext uri="{FF2B5EF4-FFF2-40B4-BE49-F238E27FC236}">
                    <a16:creationId xmlns:a16="http://schemas.microsoft.com/office/drawing/2014/main" id="{A578E0C6-B6A2-FACE-8A69-F7436EECC255}"/>
                  </a:ext>
                </a:extLst>
              </p:cNvPr>
              <p:cNvGrpSpPr/>
              <p:nvPr/>
            </p:nvGrpSpPr>
            <p:grpSpPr>
              <a:xfrm>
                <a:off x="14104810" y="2928270"/>
                <a:ext cx="3033488" cy="1846658"/>
                <a:chOff x="14104809" y="2088955"/>
                <a:chExt cx="3033488" cy="1846658"/>
              </a:xfrm>
            </p:grpSpPr>
            <p:sp>
              <p:nvSpPr>
                <p:cNvPr id="391" name="Szövegdoboz 390">
                  <a:extLst>
                    <a:ext uri="{FF2B5EF4-FFF2-40B4-BE49-F238E27FC236}">
                      <a16:creationId xmlns:a16="http://schemas.microsoft.com/office/drawing/2014/main" id="{41F18519-CF51-E91B-1491-C1CE1437743B}"/>
                    </a:ext>
                  </a:extLst>
                </p:cNvPr>
                <p:cNvSpPr txBox="1"/>
                <p:nvPr/>
              </p:nvSpPr>
              <p:spPr>
                <a:xfrm>
                  <a:off x="14104812" y="2088955"/>
                  <a:ext cx="3033485" cy="3064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sz="2000" dirty="0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JS</a:t>
                  </a:r>
                </a:p>
              </p:txBody>
            </p:sp>
            <p:sp>
              <p:nvSpPr>
                <p:cNvPr id="392" name="Szövegdoboz 391">
                  <a:extLst>
                    <a:ext uri="{FF2B5EF4-FFF2-40B4-BE49-F238E27FC236}">
                      <a16:creationId xmlns:a16="http://schemas.microsoft.com/office/drawing/2014/main" id="{CEF73D29-2438-247B-62AC-5E6A39E4F416}"/>
                    </a:ext>
                  </a:extLst>
                </p:cNvPr>
                <p:cNvSpPr txBox="1"/>
                <p:nvPr/>
              </p:nvSpPr>
              <p:spPr>
                <a:xfrm>
                  <a:off x="14104810" y="2477617"/>
                  <a:ext cx="3033485" cy="3064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sz="2000" dirty="0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JS </a:t>
                  </a:r>
                  <a:r>
                    <a:rPr lang="hu-HU" sz="2000" dirty="0" err="1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class</a:t>
                  </a:r>
                  <a:endParaRPr lang="hu-HU" sz="2000" dirty="0">
                    <a:solidFill>
                      <a:schemeClr val="bg2">
                        <a:lumMod val="75000"/>
                      </a:schemeClr>
                    </a:solidFill>
                    <a:latin typeface="Arial Black" panose="020B0A04020102020204" pitchFamily="34" charset="0"/>
                  </a:endParaRPr>
                </a:p>
              </p:txBody>
            </p:sp>
            <p:sp>
              <p:nvSpPr>
                <p:cNvPr id="393" name="Szövegdoboz 392">
                  <a:extLst>
                    <a:ext uri="{FF2B5EF4-FFF2-40B4-BE49-F238E27FC236}">
                      <a16:creationId xmlns:a16="http://schemas.microsoft.com/office/drawing/2014/main" id="{74AE2402-3F9B-C8A8-0E13-A4D17278AB0F}"/>
                    </a:ext>
                  </a:extLst>
                </p:cNvPr>
                <p:cNvSpPr txBox="1"/>
                <p:nvPr/>
              </p:nvSpPr>
              <p:spPr>
                <a:xfrm>
                  <a:off x="14104809" y="2859077"/>
                  <a:ext cx="3033485" cy="3064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sz="2000" dirty="0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JS </a:t>
                  </a:r>
                  <a:r>
                    <a:rPr lang="hu-HU" sz="2000" dirty="0" err="1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class</a:t>
                  </a:r>
                  <a:r>
                    <a:rPr lang="hu-HU" sz="2000" dirty="0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 | teszt</a:t>
                  </a:r>
                </a:p>
              </p:txBody>
            </p:sp>
            <p:sp>
              <p:nvSpPr>
                <p:cNvPr id="394" name="Szövegdoboz 393">
                  <a:extLst>
                    <a:ext uri="{FF2B5EF4-FFF2-40B4-BE49-F238E27FC236}">
                      <a16:creationId xmlns:a16="http://schemas.microsoft.com/office/drawing/2014/main" id="{7073AF85-72AD-2E10-ED52-FC4C78A34FA4}"/>
                    </a:ext>
                  </a:extLst>
                </p:cNvPr>
                <p:cNvSpPr txBox="1"/>
                <p:nvPr/>
              </p:nvSpPr>
              <p:spPr>
                <a:xfrm>
                  <a:off x="14104809" y="3629199"/>
                  <a:ext cx="3033485" cy="3064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hu-HU" sz="2000" dirty="0">
                    <a:solidFill>
                      <a:schemeClr val="bg2">
                        <a:lumMod val="75000"/>
                      </a:schemeClr>
                    </a:solidFill>
                    <a:latin typeface="Arial Black" panose="020B0A04020102020204" pitchFamily="34" charset="0"/>
                  </a:endParaRPr>
                </a:p>
              </p:txBody>
            </p:sp>
          </p:grpSp>
          <p:sp>
            <p:nvSpPr>
              <p:cNvPr id="390" name="Szövegdoboz 389">
                <a:extLst>
                  <a:ext uri="{FF2B5EF4-FFF2-40B4-BE49-F238E27FC236}">
                    <a16:creationId xmlns:a16="http://schemas.microsoft.com/office/drawing/2014/main" id="{2C383EF6-1CCA-AF0E-67AE-026F86FF0948}"/>
                  </a:ext>
                </a:extLst>
              </p:cNvPr>
              <p:cNvSpPr txBox="1"/>
              <p:nvPr/>
            </p:nvSpPr>
            <p:spPr>
              <a:xfrm>
                <a:off x="14104810" y="4087054"/>
                <a:ext cx="3033485" cy="306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sz="2000" dirty="0" err="1">
                    <a:solidFill>
                      <a:schemeClr val="bg2">
                        <a:lumMod val="75000"/>
                      </a:schemeClr>
                    </a:solidFill>
                    <a:latin typeface="Arial Black" panose="020B0A04020102020204" pitchFamily="34" charset="0"/>
                  </a:rPr>
                  <a:t>Github</a:t>
                </a:r>
                <a:r>
                  <a:rPr lang="hu-HU" sz="2000" dirty="0">
                    <a:solidFill>
                      <a:schemeClr val="bg2">
                        <a:lumMod val="75000"/>
                      </a:schemeClr>
                    </a:solidFill>
                    <a:latin typeface="Arial Black" panose="020B0A04020102020204" pitchFamily="34" charset="0"/>
                  </a:rPr>
                  <a:t> &amp; </a:t>
                </a:r>
                <a:r>
                  <a:rPr lang="hu-HU" sz="2000" dirty="0" err="1">
                    <a:solidFill>
                      <a:schemeClr val="bg2">
                        <a:lumMod val="75000"/>
                      </a:schemeClr>
                    </a:solidFill>
                    <a:latin typeface="Arial Black" panose="020B0A04020102020204" pitchFamily="34" charset="0"/>
                  </a:rPr>
                  <a:t>Trello</a:t>
                </a:r>
                <a:endParaRPr lang="hu-HU" sz="2000" dirty="0">
                  <a:solidFill>
                    <a:schemeClr val="bg2">
                      <a:lumMod val="75000"/>
                    </a:schemeClr>
                  </a:solidFill>
                  <a:latin typeface="Arial Black" panose="020B0A040201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32506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1951D-1F13-3461-7F51-454759B82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Ábra 5" descr="Könyvjelző egyszínű kitöltéssel">
            <a:extLst>
              <a:ext uri="{FF2B5EF4-FFF2-40B4-BE49-F238E27FC236}">
                <a16:creationId xmlns:a16="http://schemas.microsoft.com/office/drawing/2014/main" id="{65DC75E3-2C6B-ACDD-079C-BF6E7D5642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48509" y="-170936"/>
            <a:ext cx="1802859" cy="1802859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0302F985-DC2F-6402-839C-69582320169F}"/>
              </a:ext>
            </a:extLst>
          </p:cNvPr>
          <p:cNvSpPr txBox="1"/>
          <p:nvPr/>
        </p:nvSpPr>
        <p:spPr>
          <a:xfrm>
            <a:off x="11104606" y="38784"/>
            <a:ext cx="69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>
                <a:latin typeface="Arial Black" panose="020B0A04020102020204" pitchFamily="34" charset="0"/>
              </a:rPr>
              <a:t>IKT</a:t>
            </a:r>
          </a:p>
        </p:txBody>
      </p:sp>
      <p:pic>
        <p:nvPicPr>
          <p:cNvPr id="10" name="Ábra 9" descr="Értekezlet körvonalas">
            <a:extLst>
              <a:ext uri="{FF2B5EF4-FFF2-40B4-BE49-F238E27FC236}">
                <a16:creationId xmlns:a16="http://schemas.microsoft.com/office/drawing/2014/main" id="{BF3DC97D-4BEC-9AB6-D493-E8B669CD37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4606" y="324132"/>
            <a:ext cx="690664" cy="690664"/>
          </a:xfrm>
          <a:prstGeom prst="rect">
            <a:avLst/>
          </a:prstGeom>
        </p:spPr>
      </p:pic>
      <p:sp>
        <p:nvSpPr>
          <p:cNvPr id="13" name="Szövegdoboz 12">
            <a:extLst>
              <a:ext uri="{FF2B5EF4-FFF2-40B4-BE49-F238E27FC236}">
                <a16:creationId xmlns:a16="http://schemas.microsoft.com/office/drawing/2014/main" id="{32EF2DF4-7EE3-510F-799F-F8523DD0EE7E}"/>
              </a:ext>
            </a:extLst>
          </p:cNvPr>
          <p:cNvSpPr txBox="1"/>
          <p:nvPr/>
        </p:nvSpPr>
        <p:spPr>
          <a:xfrm>
            <a:off x="1028700" y="2108200"/>
            <a:ext cx="206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Idő beosztás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58C018A7-EF99-FA62-AB64-F56F7CE74160}"/>
              </a:ext>
            </a:extLst>
          </p:cNvPr>
          <p:cNvSpPr txBox="1"/>
          <p:nvPr/>
        </p:nvSpPr>
        <p:spPr>
          <a:xfrm>
            <a:off x="1028700" y="2710378"/>
            <a:ext cx="206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Csapat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E0A2799D-1A9F-C556-E1CE-EBDC5EEFABC8}"/>
              </a:ext>
            </a:extLst>
          </p:cNvPr>
          <p:cNvSpPr txBox="1"/>
          <p:nvPr/>
        </p:nvSpPr>
        <p:spPr>
          <a:xfrm>
            <a:off x="1028700" y="3312556"/>
            <a:ext cx="206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Feladat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8A82723B-E1A0-5A9E-5AF9-BFA951B795A3}"/>
              </a:ext>
            </a:extLst>
          </p:cNvPr>
          <p:cNvSpPr txBox="1"/>
          <p:nvPr/>
        </p:nvSpPr>
        <p:spPr>
          <a:xfrm>
            <a:off x="1028700" y="3914734"/>
            <a:ext cx="206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Összegzés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30F9A3BF-C4C7-D63E-9493-CBD19AFFB32F}"/>
              </a:ext>
            </a:extLst>
          </p:cNvPr>
          <p:cNvSpPr/>
          <p:nvPr/>
        </p:nvSpPr>
        <p:spPr>
          <a:xfrm>
            <a:off x="2962273" y="2275722"/>
            <a:ext cx="443867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88807600-F82D-E52E-BDC7-F3043348B7E8}"/>
              </a:ext>
            </a:extLst>
          </p:cNvPr>
          <p:cNvSpPr/>
          <p:nvPr/>
        </p:nvSpPr>
        <p:spPr>
          <a:xfrm>
            <a:off x="2962273" y="2861254"/>
            <a:ext cx="1266827" cy="45719"/>
          </a:xfrm>
          <a:prstGeom prst="rect">
            <a:avLst/>
          </a:prstGeom>
          <a:solidFill>
            <a:srgbClr val="890F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Téglalap 20">
            <a:extLst>
              <a:ext uri="{FF2B5EF4-FFF2-40B4-BE49-F238E27FC236}">
                <a16:creationId xmlns:a16="http://schemas.microsoft.com/office/drawing/2014/main" id="{39ABCED7-6FD1-4CF6-9C33-A1564B1F0B39}"/>
              </a:ext>
            </a:extLst>
          </p:cNvPr>
          <p:cNvSpPr/>
          <p:nvPr/>
        </p:nvSpPr>
        <p:spPr>
          <a:xfrm>
            <a:off x="2962273" y="3474362"/>
            <a:ext cx="443867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Téglalap 22">
            <a:extLst>
              <a:ext uri="{FF2B5EF4-FFF2-40B4-BE49-F238E27FC236}">
                <a16:creationId xmlns:a16="http://schemas.microsoft.com/office/drawing/2014/main" id="{D8E1C446-F185-0617-FF0B-64F2D1636692}"/>
              </a:ext>
            </a:extLst>
          </p:cNvPr>
          <p:cNvSpPr/>
          <p:nvPr/>
        </p:nvSpPr>
        <p:spPr>
          <a:xfrm>
            <a:off x="2962273" y="4076540"/>
            <a:ext cx="443867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2" name="Téglalap 301">
            <a:extLst>
              <a:ext uri="{FF2B5EF4-FFF2-40B4-BE49-F238E27FC236}">
                <a16:creationId xmlns:a16="http://schemas.microsoft.com/office/drawing/2014/main" id="{E9E01B87-28CD-D9E0-1B29-0E3CBE6510EB}"/>
              </a:ext>
            </a:extLst>
          </p:cNvPr>
          <p:cNvSpPr/>
          <p:nvPr/>
        </p:nvSpPr>
        <p:spPr>
          <a:xfrm flipV="1">
            <a:off x="5384800" y="982187"/>
            <a:ext cx="3429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04" name="Szövegdoboz 303">
            <a:extLst>
              <a:ext uri="{FF2B5EF4-FFF2-40B4-BE49-F238E27FC236}">
                <a16:creationId xmlns:a16="http://schemas.microsoft.com/office/drawing/2014/main" id="{59CC0566-EB54-0463-BCDC-290E719EF272}"/>
              </a:ext>
            </a:extLst>
          </p:cNvPr>
          <p:cNvSpPr txBox="1"/>
          <p:nvPr/>
        </p:nvSpPr>
        <p:spPr>
          <a:xfrm>
            <a:off x="838200" y="523694"/>
            <a:ext cx="4908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5400" dirty="0">
                <a:solidFill>
                  <a:schemeClr val="bg1"/>
                </a:solidFill>
                <a:latin typeface="Arial Black" panose="020B0A04020102020204" pitchFamily="34" charset="0"/>
              </a:rPr>
              <a:t>TARTALOM</a:t>
            </a:r>
          </a:p>
        </p:txBody>
      </p:sp>
      <p:grpSp>
        <p:nvGrpSpPr>
          <p:cNvPr id="412" name="Csoportba foglalás 411">
            <a:extLst>
              <a:ext uri="{FF2B5EF4-FFF2-40B4-BE49-F238E27FC236}">
                <a16:creationId xmlns:a16="http://schemas.microsoft.com/office/drawing/2014/main" id="{6EB72958-2D8D-7CC8-AEA3-BCAB9CA8105A}"/>
              </a:ext>
            </a:extLst>
          </p:cNvPr>
          <p:cNvGrpSpPr/>
          <p:nvPr/>
        </p:nvGrpSpPr>
        <p:grpSpPr>
          <a:xfrm>
            <a:off x="4604044" y="1960326"/>
            <a:ext cx="8820514" cy="3927249"/>
            <a:chOff x="4604044" y="1942506"/>
            <a:chExt cx="8820514" cy="3927249"/>
          </a:xfrm>
        </p:grpSpPr>
        <p:grpSp>
          <p:nvGrpSpPr>
            <p:cNvPr id="413" name="Csoportba foglalás 412">
              <a:extLst>
                <a:ext uri="{FF2B5EF4-FFF2-40B4-BE49-F238E27FC236}">
                  <a16:creationId xmlns:a16="http://schemas.microsoft.com/office/drawing/2014/main" id="{6014CAE0-72EA-F8E3-D73B-392073769C2B}"/>
                </a:ext>
              </a:extLst>
            </p:cNvPr>
            <p:cNvGrpSpPr/>
            <p:nvPr/>
          </p:nvGrpSpPr>
          <p:grpSpPr>
            <a:xfrm>
              <a:off x="4604044" y="1942506"/>
              <a:ext cx="8820514" cy="3927249"/>
              <a:chOff x="4756241" y="2034133"/>
              <a:chExt cx="8820514" cy="3927249"/>
            </a:xfrm>
          </p:grpSpPr>
          <p:sp>
            <p:nvSpPr>
              <p:cNvPr id="421" name="Téglalap 420">
                <a:extLst>
                  <a:ext uri="{FF2B5EF4-FFF2-40B4-BE49-F238E27FC236}">
                    <a16:creationId xmlns:a16="http://schemas.microsoft.com/office/drawing/2014/main" id="{BCEA2D67-5C5D-14F7-057F-A41F4461B995}"/>
                  </a:ext>
                </a:extLst>
              </p:cNvPr>
              <p:cNvSpPr/>
              <p:nvPr/>
            </p:nvSpPr>
            <p:spPr>
              <a:xfrm>
                <a:off x="4882698" y="2034133"/>
                <a:ext cx="8694057" cy="3927248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422" name="Szövegdoboz 421">
                <a:extLst>
                  <a:ext uri="{FF2B5EF4-FFF2-40B4-BE49-F238E27FC236}">
                    <a16:creationId xmlns:a16="http://schemas.microsoft.com/office/drawing/2014/main" id="{B0F6921E-5B43-BA50-F02E-043E4BF3A188}"/>
                  </a:ext>
                </a:extLst>
              </p:cNvPr>
              <p:cNvSpPr txBox="1"/>
              <p:nvPr/>
            </p:nvSpPr>
            <p:spPr>
              <a:xfrm>
                <a:off x="4948442" y="2226749"/>
                <a:ext cx="28363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Csapattagok</a:t>
                </a:r>
              </a:p>
            </p:txBody>
          </p:sp>
          <p:sp>
            <p:nvSpPr>
              <p:cNvPr id="423" name="Téglalap 422">
                <a:extLst>
                  <a:ext uri="{FF2B5EF4-FFF2-40B4-BE49-F238E27FC236}">
                    <a16:creationId xmlns:a16="http://schemas.microsoft.com/office/drawing/2014/main" id="{86EA23F2-280A-CEFC-87F8-05C216ADBEA2}"/>
                  </a:ext>
                </a:extLst>
              </p:cNvPr>
              <p:cNvSpPr/>
              <p:nvPr/>
            </p:nvSpPr>
            <p:spPr>
              <a:xfrm rot="5400000">
                <a:off x="2855845" y="3934529"/>
                <a:ext cx="3927249" cy="126457"/>
              </a:xfrm>
              <a:prstGeom prst="rect">
                <a:avLst/>
              </a:prstGeom>
              <a:solidFill>
                <a:srgbClr val="890F2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14" name="Csoportba foglalás 413">
              <a:extLst>
                <a:ext uri="{FF2B5EF4-FFF2-40B4-BE49-F238E27FC236}">
                  <a16:creationId xmlns:a16="http://schemas.microsoft.com/office/drawing/2014/main" id="{40F6F4A0-AD4C-0E20-564E-798AAFACD675}"/>
                </a:ext>
              </a:extLst>
            </p:cNvPr>
            <p:cNvGrpSpPr/>
            <p:nvPr/>
          </p:nvGrpSpPr>
          <p:grpSpPr>
            <a:xfrm>
              <a:off x="4667272" y="2634071"/>
              <a:ext cx="4895708" cy="2974074"/>
              <a:chOff x="4667272" y="2642672"/>
              <a:chExt cx="4895708" cy="2974074"/>
            </a:xfrm>
          </p:grpSpPr>
          <p:pic>
            <p:nvPicPr>
              <p:cNvPr id="415" name="Ábra 414" descr="Férfi profil egyszínű kitöltéssel">
                <a:extLst>
                  <a:ext uri="{FF2B5EF4-FFF2-40B4-BE49-F238E27FC236}">
                    <a16:creationId xmlns:a16="http://schemas.microsoft.com/office/drawing/2014/main" id="{100BFDF0-B79C-9003-8987-F280B1CE3C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667272" y="2642672"/>
                <a:ext cx="2700796" cy="2700796"/>
              </a:xfrm>
              <a:prstGeom prst="rect">
                <a:avLst/>
              </a:prstGeom>
            </p:spPr>
          </p:pic>
          <p:pic>
            <p:nvPicPr>
              <p:cNvPr id="416" name="Ábra 415" descr="Férfi profil egyszínű kitöltéssel">
                <a:extLst>
                  <a:ext uri="{FF2B5EF4-FFF2-40B4-BE49-F238E27FC236}">
                    <a16:creationId xmlns:a16="http://schemas.microsoft.com/office/drawing/2014/main" id="{59AB44E2-397F-D38F-7F16-C78B598E1B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862184" y="2654340"/>
                <a:ext cx="2700796" cy="2700796"/>
              </a:xfrm>
              <a:prstGeom prst="rect">
                <a:avLst/>
              </a:prstGeom>
            </p:spPr>
          </p:pic>
          <p:sp>
            <p:nvSpPr>
              <p:cNvPr id="417" name="Szövegdoboz 416">
                <a:extLst>
                  <a:ext uri="{FF2B5EF4-FFF2-40B4-BE49-F238E27FC236}">
                    <a16:creationId xmlns:a16="http://schemas.microsoft.com/office/drawing/2014/main" id="{00F053D7-A419-428B-FB94-59F4DA6698D5}"/>
                  </a:ext>
                </a:extLst>
              </p:cNvPr>
              <p:cNvSpPr txBox="1"/>
              <p:nvPr/>
            </p:nvSpPr>
            <p:spPr>
              <a:xfrm>
                <a:off x="4813317" y="5093526"/>
                <a:ext cx="218436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2800" b="1" dirty="0">
                    <a:solidFill>
                      <a:schemeClr val="bg1"/>
                    </a:solidFill>
                  </a:rPr>
                  <a:t>Tihamér</a:t>
                </a:r>
              </a:p>
            </p:txBody>
          </p:sp>
          <p:sp>
            <p:nvSpPr>
              <p:cNvPr id="418" name="Téglalap 417">
                <a:extLst>
                  <a:ext uri="{FF2B5EF4-FFF2-40B4-BE49-F238E27FC236}">
                    <a16:creationId xmlns:a16="http://schemas.microsoft.com/office/drawing/2014/main" id="{C98BBF52-BA21-91BA-76F6-D8C4713D8028}"/>
                  </a:ext>
                </a:extLst>
              </p:cNvPr>
              <p:cNvSpPr/>
              <p:nvPr/>
            </p:nvSpPr>
            <p:spPr>
              <a:xfrm>
                <a:off x="6769141" y="5093526"/>
                <a:ext cx="185613" cy="523220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419" name="Szövegdoboz 418">
                <a:extLst>
                  <a:ext uri="{FF2B5EF4-FFF2-40B4-BE49-F238E27FC236}">
                    <a16:creationId xmlns:a16="http://schemas.microsoft.com/office/drawing/2014/main" id="{93D222AE-D9CA-3E40-EA36-E959AEC5CEAE}"/>
                  </a:ext>
                </a:extLst>
              </p:cNvPr>
              <p:cNvSpPr txBox="1"/>
              <p:nvPr/>
            </p:nvSpPr>
            <p:spPr>
              <a:xfrm>
                <a:off x="7017983" y="5081859"/>
                <a:ext cx="218436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2800" b="1" dirty="0">
                    <a:solidFill>
                      <a:schemeClr val="bg1"/>
                    </a:solidFill>
                  </a:rPr>
                  <a:t>Levente</a:t>
                </a:r>
              </a:p>
            </p:txBody>
          </p:sp>
          <p:sp>
            <p:nvSpPr>
              <p:cNvPr id="420" name="Téglalap 419">
                <a:extLst>
                  <a:ext uri="{FF2B5EF4-FFF2-40B4-BE49-F238E27FC236}">
                    <a16:creationId xmlns:a16="http://schemas.microsoft.com/office/drawing/2014/main" id="{BE2B88DA-3437-B6A3-A132-CB2316013B2F}"/>
                  </a:ext>
                </a:extLst>
              </p:cNvPr>
              <p:cNvSpPr/>
              <p:nvPr/>
            </p:nvSpPr>
            <p:spPr>
              <a:xfrm>
                <a:off x="8925098" y="5093526"/>
                <a:ext cx="185613" cy="523220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grpSp>
        <p:nvGrpSpPr>
          <p:cNvPr id="470" name="Csoportba foglalás 469">
            <a:extLst>
              <a:ext uri="{FF2B5EF4-FFF2-40B4-BE49-F238E27FC236}">
                <a16:creationId xmlns:a16="http://schemas.microsoft.com/office/drawing/2014/main" id="{7D73EBE7-AB43-535C-25A9-6961D8495765}"/>
              </a:ext>
            </a:extLst>
          </p:cNvPr>
          <p:cNvGrpSpPr/>
          <p:nvPr/>
        </p:nvGrpSpPr>
        <p:grpSpPr>
          <a:xfrm>
            <a:off x="12463558" y="1969541"/>
            <a:ext cx="8820514" cy="3927249"/>
            <a:chOff x="13822870" y="1903240"/>
            <a:chExt cx="8820514" cy="3927249"/>
          </a:xfrm>
        </p:grpSpPr>
        <p:grpSp>
          <p:nvGrpSpPr>
            <p:cNvPr id="471" name="Csoportba foglalás 470">
              <a:extLst>
                <a:ext uri="{FF2B5EF4-FFF2-40B4-BE49-F238E27FC236}">
                  <a16:creationId xmlns:a16="http://schemas.microsoft.com/office/drawing/2014/main" id="{EE552119-AE48-5073-71E6-176924AE3A2C}"/>
                </a:ext>
              </a:extLst>
            </p:cNvPr>
            <p:cNvGrpSpPr/>
            <p:nvPr/>
          </p:nvGrpSpPr>
          <p:grpSpPr>
            <a:xfrm>
              <a:off x="13822870" y="1903240"/>
              <a:ext cx="8820514" cy="3927249"/>
              <a:chOff x="4756241" y="2034133"/>
              <a:chExt cx="8820514" cy="3927249"/>
            </a:xfrm>
          </p:grpSpPr>
          <p:sp>
            <p:nvSpPr>
              <p:cNvPr id="481" name="Téglalap 480">
                <a:extLst>
                  <a:ext uri="{FF2B5EF4-FFF2-40B4-BE49-F238E27FC236}">
                    <a16:creationId xmlns:a16="http://schemas.microsoft.com/office/drawing/2014/main" id="{7B3065F9-90A0-ECDC-B588-A7ABA9CD65AE}"/>
                  </a:ext>
                </a:extLst>
              </p:cNvPr>
              <p:cNvSpPr/>
              <p:nvPr/>
            </p:nvSpPr>
            <p:spPr>
              <a:xfrm>
                <a:off x="4882698" y="2034133"/>
                <a:ext cx="8694057" cy="3927248"/>
              </a:xfrm>
              <a:prstGeom prst="rect">
                <a:avLst/>
              </a:prstGeom>
              <a:solidFill>
                <a:srgbClr val="2121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482" name="Téglalap 481">
                <a:extLst>
                  <a:ext uri="{FF2B5EF4-FFF2-40B4-BE49-F238E27FC236}">
                    <a16:creationId xmlns:a16="http://schemas.microsoft.com/office/drawing/2014/main" id="{7518B550-C981-8D96-10F4-3F050A02383E}"/>
                  </a:ext>
                </a:extLst>
              </p:cNvPr>
              <p:cNvSpPr/>
              <p:nvPr/>
            </p:nvSpPr>
            <p:spPr>
              <a:xfrm rot="5400000">
                <a:off x="2855845" y="3934529"/>
                <a:ext cx="3927249" cy="126457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472" name="Szövegdoboz 471">
              <a:extLst>
                <a:ext uri="{FF2B5EF4-FFF2-40B4-BE49-F238E27FC236}">
                  <a16:creationId xmlns:a16="http://schemas.microsoft.com/office/drawing/2014/main" id="{F47842D2-AF4C-06A1-D193-B0B741FA91D4}"/>
                </a:ext>
              </a:extLst>
            </p:cNvPr>
            <p:cNvSpPr txBox="1"/>
            <p:nvPr/>
          </p:nvSpPr>
          <p:spPr>
            <a:xfrm>
              <a:off x="14104812" y="2158148"/>
              <a:ext cx="28363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Feladatok</a:t>
              </a:r>
            </a:p>
          </p:txBody>
        </p:sp>
        <p:grpSp>
          <p:nvGrpSpPr>
            <p:cNvPr id="473" name="Csoportba foglalás 472">
              <a:extLst>
                <a:ext uri="{FF2B5EF4-FFF2-40B4-BE49-F238E27FC236}">
                  <a16:creationId xmlns:a16="http://schemas.microsoft.com/office/drawing/2014/main" id="{706ECED9-A10F-6736-1CFE-1185F38F09FA}"/>
                </a:ext>
              </a:extLst>
            </p:cNvPr>
            <p:cNvGrpSpPr/>
            <p:nvPr/>
          </p:nvGrpSpPr>
          <p:grpSpPr>
            <a:xfrm>
              <a:off x="14104812" y="2749566"/>
              <a:ext cx="3033488" cy="3041186"/>
              <a:chOff x="14104810" y="2928270"/>
              <a:chExt cx="3033488" cy="2329016"/>
            </a:xfrm>
          </p:grpSpPr>
          <p:grpSp>
            <p:nvGrpSpPr>
              <p:cNvPr id="474" name="Csoportba foglalás 473">
                <a:extLst>
                  <a:ext uri="{FF2B5EF4-FFF2-40B4-BE49-F238E27FC236}">
                    <a16:creationId xmlns:a16="http://schemas.microsoft.com/office/drawing/2014/main" id="{B0A5E319-A0E0-1782-4BD1-777974BC0F8C}"/>
                  </a:ext>
                </a:extLst>
              </p:cNvPr>
              <p:cNvGrpSpPr/>
              <p:nvPr/>
            </p:nvGrpSpPr>
            <p:grpSpPr>
              <a:xfrm>
                <a:off x="14104810" y="2928270"/>
                <a:ext cx="3033488" cy="2329016"/>
                <a:chOff x="14104809" y="2088955"/>
                <a:chExt cx="3033488" cy="2329016"/>
              </a:xfrm>
            </p:grpSpPr>
            <p:sp>
              <p:nvSpPr>
                <p:cNvPr id="476" name="Szövegdoboz 475">
                  <a:extLst>
                    <a:ext uri="{FF2B5EF4-FFF2-40B4-BE49-F238E27FC236}">
                      <a16:creationId xmlns:a16="http://schemas.microsoft.com/office/drawing/2014/main" id="{F3B636B0-376D-B6B2-30FA-A5D1588B786F}"/>
                    </a:ext>
                  </a:extLst>
                </p:cNvPr>
                <p:cNvSpPr txBox="1"/>
                <p:nvPr/>
              </p:nvSpPr>
              <p:spPr>
                <a:xfrm>
                  <a:off x="14104812" y="2088955"/>
                  <a:ext cx="303348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sz="2000" dirty="0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HTML</a:t>
                  </a:r>
                </a:p>
              </p:txBody>
            </p:sp>
            <p:sp>
              <p:nvSpPr>
                <p:cNvPr id="477" name="Szövegdoboz 476">
                  <a:extLst>
                    <a:ext uri="{FF2B5EF4-FFF2-40B4-BE49-F238E27FC236}">
                      <a16:creationId xmlns:a16="http://schemas.microsoft.com/office/drawing/2014/main" id="{6B9AD526-E20F-05A9-95B4-CE0A5FB0FC88}"/>
                    </a:ext>
                  </a:extLst>
                </p:cNvPr>
                <p:cNvSpPr txBox="1"/>
                <p:nvPr/>
              </p:nvSpPr>
              <p:spPr>
                <a:xfrm>
                  <a:off x="14104810" y="2477617"/>
                  <a:ext cx="303348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sz="2000" dirty="0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JS</a:t>
                  </a:r>
                </a:p>
              </p:txBody>
            </p:sp>
            <p:sp>
              <p:nvSpPr>
                <p:cNvPr id="478" name="Szövegdoboz 477">
                  <a:extLst>
                    <a:ext uri="{FF2B5EF4-FFF2-40B4-BE49-F238E27FC236}">
                      <a16:creationId xmlns:a16="http://schemas.microsoft.com/office/drawing/2014/main" id="{88D32A67-26D4-AB74-2D54-D289FB418BA6}"/>
                    </a:ext>
                  </a:extLst>
                </p:cNvPr>
                <p:cNvSpPr txBox="1"/>
                <p:nvPr/>
              </p:nvSpPr>
              <p:spPr>
                <a:xfrm>
                  <a:off x="14104809" y="2859077"/>
                  <a:ext cx="3033485" cy="3064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sz="2000" dirty="0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JS </a:t>
                  </a:r>
                  <a:r>
                    <a:rPr lang="hu-HU" sz="2000" dirty="0" err="1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class</a:t>
                  </a:r>
                  <a:r>
                    <a:rPr lang="hu-HU" sz="2000" dirty="0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 | teszt</a:t>
                  </a:r>
                </a:p>
              </p:txBody>
            </p:sp>
            <p:sp>
              <p:nvSpPr>
                <p:cNvPr id="479" name="Szövegdoboz 478">
                  <a:extLst>
                    <a:ext uri="{FF2B5EF4-FFF2-40B4-BE49-F238E27FC236}">
                      <a16:creationId xmlns:a16="http://schemas.microsoft.com/office/drawing/2014/main" id="{4686E80A-6FC2-56B4-B955-E02082E690CD}"/>
                    </a:ext>
                  </a:extLst>
                </p:cNvPr>
                <p:cNvSpPr txBox="1"/>
                <p:nvPr/>
              </p:nvSpPr>
              <p:spPr>
                <a:xfrm>
                  <a:off x="14104809" y="3629199"/>
                  <a:ext cx="303348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sz="2000" dirty="0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CSS</a:t>
                  </a:r>
                </a:p>
              </p:txBody>
            </p:sp>
            <p:sp>
              <p:nvSpPr>
                <p:cNvPr id="480" name="Szövegdoboz 479">
                  <a:extLst>
                    <a:ext uri="{FF2B5EF4-FFF2-40B4-BE49-F238E27FC236}">
                      <a16:creationId xmlns:a16="http://schemas.microsoft.com/office/drawing/2014/main" id="{7D95A612-BD8D-F710-1DBA-652D0201F2E2}"/>
                    </a:ext>
                  </a:extLst>
                </p:cNvPr>
                <p:cNvSpPr txBox="1"/>
                <p:nvPr/>
              </p:nvSpPr>
              <p:spPr>
                <a:xfrm>
                  <a:off x="14104809" y="4017861"/>
                  <a:ext cx="303348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sz="2000" dirty="0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PPT</a:t>
                  </a:r>
                </a:p>
              </p:txBody>
            </p:sp>
          </p:grpSp>
          <p:sp>
            <p:nvSpPr>
              <p:cNvPr id="475" name="Szövegdoboz 474">
                <a:extLst>
                  <a:ext uri="{FF2B5EF4-FFF2-40B4-BE49-F238E27FC236}">
                    <a16:creationId xmlns:a16="http://schemas.microsoft.com/office/drawing/2014/main" id="{B0EF0ED6-0C3B-03DA-9DB5-B3E034F9F1D0}"/>
                  </a:ext>
                </a:extLst>
              </p:cNvPr>
              <p:cNvSpPr txBox="1"/>
              <p:nvPr/>
            </p:nvSpPr>
            <p:spPr>
              <a:xfrm>
                <a:off x="14104810" y="4087054"/>
                <a:ext cx="3033485" cy="306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sz="2000" dirty="0" err="1">
                    <a:solidFill>
                      <a:schemeClr val="bg2">
                        <a:lumMod val="75000"/>
                      </a:schemeClr>
                    </a:solidFill>
                    <a:latin typeface="Arial Black" panose="020B0A04020102020204" pitchFamily="34" charset="0"/>
                  </a:rPr>
                  <a:t>Github</a:t>
                </a:r>
                <a:r>
                  <a:rPr lang="hu-HU" sz="2000" dirty="0">
                    <a:solidFill>
                      <a:schemeClr val="bg2">
                        <a:lumMod val="75000"/>
                      </a:schemeClr>
                    </a:solidFill>
                    <a:latin typeface="Arial Black" panose="020B0A04020102020204" pitchFamily="34" charset="0"/>
                  </a:rPr>
                  <a:t> &amp; </a:t>
                </a:r>
                <a:r>
                  <a:rPr lang="hu-HU" sz="2000" dirty="0" err="1">
                    <a:solidFill>
                      <a:schemeClr val="bg2">
                        <a:lumMod val="75000"/>
                      </a:schemeClr>
                    </a:solidFill>
                    <a:latin typeface="Arial Black" panose="020B0A04020102020204" pitchFamily="34" charset="0"/>
                  </a:rPr>
                  <a:t>Trello</a:t>
                </a:r>
                <a:endParaRPr lang="hu-HU" sz="2000" dirty="0">
                  <a:solidFill>
                    <a:schemeClr val="bg2">
                      <a:lumMod val="75000"/>
                    </a:schemeClr>
                  </a:solidFill>
                  <a:latin typeface="Arial Black" panose="020B0A04020102020204" pitchFamily="34" charset="0"/>
                </a:endParaRPr>
              </a:p>
            </p:txBody>
          </p:sp>
        </p:grpSp>
      </p:grpSp>
      <p:grpSp>
        <p:nvGrpSpPr>
          <p:cNvPr id="495" name="Csoportba foglalás 494">
            <a:extLst>
              <a:ext uri="{FF2B5EF4-FFF2-40B4-BE49-F238E27FC236}">
                <a16:creationId xmlns:a16="http://schemas.microsoft.com/office/drawing/2014/main" id="{C94B419F-433A-36C1-74A8-7DCC77BD2A17}"/>
              </a:ext>
            </a:extLst>
          </p:cNvPr>
          <p:cNvGrpSpPr/>
          <p:nvPr/>
        </p:nvGrpSpPr>
        <p:grpSpPr>
          <a:xfrm>
            <a:off x="9534344" y="1958262"/>
            <a:ext cx="8820514" cy="3927249"/>
            <a:chOff x="13822870" y="1903240"/>
            <a:chExt cx="8820514" cy="3927249"/>
          </a:xfrm>
        </p:grpSpPr>
        <p:grpSp>
          <p:nvGrpSpPr>
            <p:cNvPr id="496" name="Csoportba foglalás 495">
              <a:extLst>
                <a:ext uri="{FF2B5EF4-FFF2-40B4-BE49-F238E27FC236}">
                  <a16:creationId xmlns:a16="http://schemas.microsoft.com/office/drawing/2014/main" id="{FA3931AC-6456-CE9A-3109-587E683B2C09}"/>
                </a:ext>
              </a:extLst>
            </p:cNvPr>
            <p:cNvGrpSpPr/>
            <p:nvPr/>
          </p:nvGrpSpPr>
          <p:grpSpPr>
            <a:xfrm>
              <a:off x="13822870" y="1903240"/>
              <a:ext cx="8820514" cy="3927249"/>
              <a:chOff x="4756241" y="2034133"/>
              <a:chExt cx="8820514" cy="3927249"/>
            </a:xfrm>
          </p:grpSpPr>
          <p:sp>
            <p:nvSpPr>
              <p:cNvPr id="505" name="Téglalap 504">
                <a:extLst>
                  <a:ext uri="{FF2B5EF4-FFF2-40B4-BE49-F238E27FC236}">
                    <a16:creationId xmlns:a16="http://schemas.microsoft.com/office/drawing/2014/main" id="{8DE389F9-7655-B702-7009-F70814BE2B3E}"/>
                  </a:ext>
                </a:extLst>
              </p:cNvPr>
              <p:cNvSpPr/>
              <p:nvPr/>
            </p:nvSpPr>
            <p:spPr>
              <a:xfrm>
                <a:off x="4882698" y="2034133"/>
                <a:ext cx="8694057" cy="3927248"/>
              </a:xfrm>
              <a:prstGeom prst="rect">
                <a:avLst/>
              </a:prstGeom>
              <a:solidFill>
                <a:srgbClr val="2121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506" name="Téglalap 505">
                <a:extLst>
                  <a:ext uri="{FF2B5EF4-FFF2-40B4-BE49-F238E27FC236}">
                    <a16:creationId xmlns:a16="http://schemas.microsoft.com/office/drawing/2014/main" id="{AE43C6B2-F27D-B681-19F6-DF8D8EE2508C}"/>
                  </a:ext>
                </a:extLst>
              </p:cNvPr>
              <p:cNvSpPr/>
              <p:nvPr/>
            </p:nvSpPr>
            <p:spPr>
              <a:xfrm rot="5400000">
                <a:off x="2855845" y="3934529"/>
                <a:ext cx="3927249" cy="126457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497" name="Szövegdoboz 496">
              <a:extLst>
                <a:ext uri="{FF2B5EF4-FFF2-40B4-BE49-F238E27FC236}">
                  <a16:creationId xmlns:a16="http://schemas.microsoft.com/office/drawing/2014/main" id="{4E76761F-6AA4-E683-6D7C-306A48E7B52D}"/>
                </a:ext>
              </a:extLst>
            </p:cNvPr>
            <p:cNvSpPr txBox="1"/>
            <p:nvPr/>
          </p:nvSpPr>
          <p:spPr>
            <a:xfrm>
              <a:off x="14104812" y="2158148"/>
              <a:ext cx="28363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Feladatok</a:t>
              </a:r>
            </a:p>
          </p:txBody>
        </p:sp>
        <p:grpSp>
          <p:nvGrpSpPr>
            <p:cNvPr id="498" name="Csoportba foglalás 497">
              <a:extLst>
                <a:ext uri="{FF2B5EF4-FFF2-40B4-BE49-F238E27FC236}">
                  <a16:creationId xmlns:a16="http://schemas.microsoft.com/office/drawing/2014/main" id="{659CB738-3B12-6D0E-6AA2-C5C6AFD87D1F}"/>
                </a:ext>
              </a:extLst>
            </p:cNvPr>
            <p:cNvGrpSpPr/>
            <p:nvPr/>
          </p:nvGrpSpPr>
          <p:grpSpPr>
            <a:xfrm>
              <a:off x="14104812" y="2749566"/>
              <a:ext cx="3033488" cy="2411332"/>
              <a:chOff x="14104810" y="2928270"/>
              <a:chExt cx="3033488" cy="1846658"/>
            </a:xfrm>
          </p:grpSpPr>
          <p:grpSp>
            <p:nvGrpSpPr>
              <p:cNvPr id="499" name="Csoportba foglalás 498">
                <a:extLst>
                  <a:ext uri="{FF2B5EF4-FFF2-40B4-BE49-F238E27FC236}">
                    <a16:creationId xmlns:a16="http://schemas.microsoft.com/office/drawing/2014/main" id="{95E5A560-0D44-8830-FA92-B38E53004222}"/>
                  </a:ext>
                </a:extLst>
              </p:cNvPr>
              <p:cNvGrpSpPr/>
              <p:nvPr/>
            </p:nvGrpSpPr>
            <p:grpSpPr>
              <a:xfrm>
                <a:off x="14104810" y="2928270"/>
                <a:ext cx="3033488" cy="1846658"/>
                <a:chOff x="14104809" y="2088955"/>
                <a:chExt cx="3033488" cy="1846658"/>
              </a:xfrm>
            </p:grpSpPr>
            <p:sp>
              <p:nvSpPr>
                <p:cNvPr id="501" name="Szövegdoboz 500">
                  <a:extLst>
                    <a:ext uri="{FF2B5EF4-FFF2-40B4-BE49-F238E27FC236}">
                      <a16:creationId xmlns:a16="http://schemas.microsoft.com/office/drawing/2014/main" id="{7A693E5A-86A6-D67D-BB5E-B1BDA7CA036C}"/>
                    </a:ext>
                  </a:extLst>
                </p:cNvPr>
                <p:cNvSpPr txBox="1"/>
                <p:nvPr/>
              </p:nvSpPr>
              <p:spPr>
                <a:xfrm>
                  <a:off x="14104812" y="2088955"/>
                  <a:ext cx="3033485" cy="3064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sz="2000" dirty="0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JS</a:t>
                  </a:r>
                </a:p>
              </p:txBody>
            </p:sp>
            <p:sp>
              <p:nvSpPr>
                <p:cNvPr id="502" name="Szövegdoboz 501">
                  <a:extLst>
                    <a:ext uri="{FF2B5EF4-FFF2-40B4-BE49-F238E27FC236}">
                      <a16:creationId xmlns:a16="http://schemas.microsoft.com/office/drawing/2014/main" id="{66E89925-E69A-0166-1F18-2E0CAD61D0FB}"/>
                    </a:ext>
                  </a:extLst>
                </p:cNvPr>
                <p:cNvSpPr txBox="1"/>
                <p:nvPr/>
              </p:nvSpPr>
              <p:spPr>
                <a:xfrm>
                  <a:off x="14104810" y="2477617"/>
                  <a:ext cx="3033485" cy="3064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sz="2000" dirty="0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JS </a:t>
                  </a:r>
                  <a:r>
                    <a:rPr lang="hu-HU" sz="2000" dirty="0" err="1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class</a:t>
                  </a:r>
                  <a:endParaRPr lang="hu-HU" sz="2000" dirty="0">
                    <a:solidFill>
                      <a:schemeClr val="bg2">
                        <a:lumMod val="75000"/>
                      </a:schemeClr>
                    </a:solidFill>
                    <a:latin typeface="Arial Black" panose="020B0A04020102020204" pitchFamily="34" charset="0"/>
                  </a:endParaRPr>
                </a:p>
              </p:txBody>
            </p:sp>
            <p:sp>
              <p:nvSpPr>
                <p:cNvPr id="503" name="Szövegdoboz 502">
                  <a:extLst>
                    <a:ext uri="{FF2B5EF4-FFF2-40B4-BE49-F238E27FC236}">
                      <a16:creationId xmlns:a16="http://schemas.microsoft.com/office/drawing/2014/main" id="{E34308DF-7B54-B191-2BF6-CDF919234E3B}"/>
                    </a:ext>
                  </a:extLst>
                </p:cNvPr>
                <p:cNvSpPr txBox="1"/>
                <p:nvPr/>
              </p:nvSpPr>
              <p:spPr>
                <a:xfrm>
                  <a:off x="14104809" y="2859077"/>
                  <a:ext cx="3033485" cy="3064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sz="2000" dirty="0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JS </a:t>
                  </a:r>
                  <a:r>
                    <a:rPr lang="hu-HU" sz="2000" dirty="0" err="1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class</a:t>
                  </a:r>
                  <a:r>
                    <a:rPr lang="hu-HU" sz="2000" dirty="0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 | teszt</a:t>
                  </a:r>
                </a:p>
              </p:txBody>
            </p:sp>
            <p:sp>
              <p:nvSpPr>
                <p:cNvPr id="504" name="Szövegdoboz 503">
                  <a:extLst>
                    <a:ext uri="{FF2B5EF4-FFF2-40B4-BE49-F238E27FC236}">
                      <a16:creationId xmlns:a16="http://schemas.microsoft.com/office/drawing/2014/main" id="{2E099D47-C39D-0D05-8459-50E9C6FAB19C}"/>
                    </a:ext>
                  </a:extLst>
                </p:cNvPr>
                <p:cNvSpPr txBox="1"/>
                <p:nvPr/>
              </p:nvSpPr>
              <p:spPr>
                <a:xfrm>
                  <a:off x="14104809" y="3629199"/>
                  <a:ext cx="3033485" cy="3064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hu-HU" sz="2000" dirty="0">
                    <a:solidFill>
                      <a:schemeClr val="bg2">
                        <a:lumMod val="75000"/>
                      </a:schemeClr>
                    </a:solidFill>
                    <a:latin typeface="Arial Black" panose="020B0A04020102020204" pitchFamily="34" charset="0"/>
                  </a:endParaRPr>
                </a:p>
              </p:txBody>
            </p:sp>
          </p:grpSp>
          <p:sp>
            <p:nvSpPr>
              <p:cNvPr id="500" name="Szövegdoboz 499">
                <a:extLst>
                  <a:ext uri="{FF2B5EF4-FFF2-40B4-BE49-F238E27FC236}">
                    <a16:creationId xmlns:a16="http://schemas.microsoft.com/office/drawing/2014/main" id="{241369DE-FF7E-7434-0188-BBCD8D3A1744}"/>
                  </a:ext>
                </a:extLst>
              </p:cNvPr>
              <p:cNvSpPr txBox="1"/>
              <p:nvPr/>
            </p:nvSpPr>
            <p:spPr>
              <a:xfrm>
                <a:off x="14104810" y="4087054"/>
                <a:ext cx="3033485" cy="306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sz="2000" dirty="0" err="1">
                    <a:solidFill>
                      <a:schemeClr val="bg2">
                        <a:lumMod val="75000"/>
                      </a:schemeClr>
                    </a:solidFill>
                    <a:latin typeface="Arial Black" panose="020B0A04020102020204" pitchFamily="34" charset="0"/>
                  </a:rPr>
                  <a:t>Github</a:t>
                </a:r>
                <a:r>
                  <a:rPr lang="hu-HU" sz="2000" dirty="0">
                    <a:solidFill>
                      <a:schemeClr val="bg2">
                        <a:lumMod val="75000"/>
                      </a:schemeClr>
                    </a:solidFill>
                    <a:latin typeface="Arial Black" panose="020B0A04020102020204" pitchFamily="34" charset="0"/>
                  </a:rPr>
                  <a:t> &amp; </a:t>
                </a:r>
                <a:r>
                  <a:rPr lang="hu-HU" sz="2000" dirty="0" err="1">
                    <a:solidFill>
                      <a:schemeClr val="bg2">
                        <a:lumMod val="75000"/>
                      </a:schemeClr>
                    </a:solidFill>
                    <a:latin typeface="Arial Black" panose="020B0A04020102020204" pitchFamily="34" charset="0"/>
                  </a:rPr>
                  <a:t>Trello</a:t>
                </a:r>
                <a:endParaRPr lang="hu-HU" sz="2000" dirty="0">
                  <a:solidFill>
                    <a:schemeClr val="bg2">
                      <a:lumMod val="75000"/>
                    </a:schemeClr>
                  </a:solidFill>
                  <a:latin typeface="Arial Black" panose="020B0A04020102020204" pitchFamily="34" charset="0"/>
                </a:endParaRPr>
              </a:p>
            </p:txBody>
          </p:sp>
        </p:grpSp>
      </p:grpSp>
      <p:grpSp>
        <p:nvGrpSpPr>
          <p:cNvPr id="507" name="Csoportba foglalás 506">
            <a:extLst>
              <a:ext uri="{FF2B5EF4-FFF2-40B4-BE49-F238E27FC236}">
                <a16:creationId xmlns:a16="http://schemas.microsoft.com/office/drawing/2014/main" id="{CC49309E-D031-73E5-7226-71178999D671}"/>
              </a:ext>
            </a:extLst>
          </p:cNvPr>
          <p:cNvGrpSpPr/>
          <p:nvPr/>
        </p:nvGrpSpPr>
        <p:grpSpPr>
          <a:xfrm>
            <a:off x="12453461" y="1941205"/>
            <a:ext cx="8820514" cy="3927249"/>
            <a:chOff x="4604044" y="1950423"/>
            <a:chExt cx="8820514" cy="3927249"/>
          </a:xfrm>
        </p:grpSpPr>
        <p:grpSp>
          <p:nvGrpSpPr>
            <p:cNvPr id="508" name="Csoportba foglalás 507">
              <a:extLst>
                <a:ext uri="{FF2B5EF4-FFF2-40B4-BE49-F238E27FC236}">
                  <a16:creationId xmlns:a16="http://schemas.microsoft.com/office/drawing/2014/main" id="{055CC35C-985A-4AF0-5C84-70E54F261AAB}"/>
                </a:ext>
              </a:extLst>
            </p:cNvPr>
            <p:cNvGrpSpPr/>
            <p:nvPr/>
          </p:nvGrpSpPr>
          <p:grpSpPr>
            <a:xfrm>
              <a:off x="4604044" y="1950423"/>
              <a:ext cx="8820514" cy="3927249"/>
              <a:chOff x="4756241" y="2034133"/>
              <a:chExt cx="8820514" cy="3927249"/>
            </a:xfrm>
          </p:grpSpPr>
          <p:sp>
            <p:nvSpPr>
              <p:cNvPr id="515" name="Téglalap 514">
                <a:extLst>
                  <a:ext uri="{FF2B5EF4-FFF2-40B4-BE49-F238E27FC236}">
                    <a16:creationId xmlns:a16="http://schemas.microsoft.com/office/drawing/2014/main" id="{94036BE3-4C85-1570-CBB8-607CB6C0440D}"/>
                  </a:ext>
                </a:extLst>
              </p:cNvPr>
              <p:cNvSpPr/>
              <p:nvPr/>
            </p:nvSpPr>
            <p:spPr>
              <a:xfrm>
                <a:off x="4882698" y="2034133"/>
                <a:ext cx="8694057" cy="3927248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516" name="Szövegdoboz 515">
                <a:extLst>
                  <a:ext uri="{FF2B5EF4-FFF2-40B4-BE49-F238E27FC236}">
                    <a16:creationId xmlns:a16="http://schemas.microsoft.com/office/drawing/2014/main" id="{85E64C96-5CB7-1823-D8F2-A269860FBF45}"/>
                  </a:ext>
                </a:extLst>
              </p:cNvPr>
              <p:cNvSpPr txBox="1"/>
              <p:nvPr/>
            </p:nvSpPr>
            <p:spPr>
              <a:xfrm>
                <a:off x="4948442" y="2226749"/>
                <a:ext cx="57919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Feladat </a:t>
                </a:r>
                <a:r>
                  <a:rPr lang="hu-HU" dirty="0">
                    <a:solidFill>
                      <a:schemeClr val="bg2">
                        <a:lumMod val="75000"/>
                      </a:schemeClr>
                    </a:solidFill>
                    <a:latin typeface="Arial Black" panose="020B0A04020102020204" pitchFamily="34" charset="0"/>
                  </a:rPr>
                  <a:t>– Kiszállítás &amp; ételrendelő rendszer</a:t>
                </a:r>
              </a:p>
            </p:txBody>
          </p:sp>
          <p:sp>
            <p:nvSpPr>
              <p:cNvPr id="517" name="Téglalap 516">
                <a:extLst>
                  <a:ext uri="{FF2B5EF4-FFF2-40B4-BE49-F238E27FC236}">
                    <a16:creationId xmlns:a16="http://schemas.microsoft.com/office/drawing/2014/main" id="{774C6FA5-CFB6-12EA-4E93-393E0F75A4B5}"/>
                  </a:ext>
                </a:extLst>
              </p:cNvPr>
              <p:cNvSpPr/>
              <p:nvPr/>
            </p:nvSpPr>
            <p:spPr>
              <a:xfrm rot="5400000">
                <a:off x="2855845" y="3934529"/>
                <a:ext cx="3927249" cy="12645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509" name="Szövegdoboz 508">
              <a:extLst>
                <a:ext uri="{FF2B5EF4-FFF2-40B4-BE49-F238E27FC236}">
                  <a16:creationId xmlns:a16="http://schemas.microsoft.com/office/drawing/2014/main" id="{78C11E44-800B-ECAC-8284-430B2FA89189}"/>
                </a:ext>
              </a:extLst>
            </p:cNvPr>
            <p:cNvSpPr txBox="1"/>
            <p:nvPr/>
          </p:nvSpPr>
          <p:spPr>
            <a:xfrm>
              <a:off x="4819794" y="2699447"/>
              <a:ext cx="42518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Web </a:t>
              </a:r>
              <a:r>
                <a:rPr lang="hu-HU" dirty="0">
                  <a:solidFill>
                    <a:schemeClr val="bg2">
                      <a:lumMod val="75000"/>
                    </a:schemeClr>
                  </a:solidFill>
                  <a:latin typeface="Arial Black" panose="020B0A04020102020204" pitchFamily="34" charset="0"/>
                </a:rPr>
                <a:t>– Adminisztrációs felület</a:t>
              </a:r>
            </a:p>
          </p:txBody>
        </p:sp>
        <p:sp>
          <p:nvSpPr>
            <p:cNvPr id="510" name="Szövegdoboz 509">
              <a:extLst>
                <a:ext uri="{FF2B5EF4-FFF2-40B4-BE49-F238E27FC236}">
                  <a16:creationId xmlns:a16="http://schemas.microsoft.com/office/drawing/2014/main" id="{8EC05231-596F-9290-49AC-1AA47CA68D3B}"/>
                </a:ext>
              </a:extLst>
            </p:cNvPr>
            <p:cNvSpPr txBox="1"/>
            <p:nvPr/>
          </p:nvSpPr>
          <p:spPr>
            <a:xfrm>
              <a:off x="4829675" y="3699042"/>
              <a:ext cx="42518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JS </a:t>
              </a:r>
              <a:r>
                <a:rPr lang="hu-HU" dirty="0" err="1">
                  <a:solidFill>
                    <a:schemeClr val="bg1"/>
                  </a:solidFill>
                  <a:latin typeface="Arial Black" panose="020B0A04020102020204" pitchFamily="34" charset="0"/>
                </a:rPr>
                <a:t>Class</a:t>
              </a:r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 2 db</a:t>
              </a:r>
            </a:p>
          </p:txBody>
        </p:sp>
        <p:sp>
          <p:nvSpPr>
            <p:cNvPr id="511" name="Szövegdoboz 510">
              <a:extLst>
                <a:ext uri="{FF2B5EF4-FFF2-40B4-BE49-F238E27FC236}">
                  <a16:creationId xmlns:a16="http://schemas.microsoft.com/office/drawing/2014/main" id="{CFD8FEA1-6155-A9D4-14FF-7201B08AFED8}"/>
                </a:ext>
              </a:extLst>
            </p:cNvPr>
            <p:cNvSpPr txBox="1"/>
            <p:nvPr/>
          </p:nvSpPr>
          <p:spPr>
            <a:xfrm>
              <a:off x="4829675" y="4192738"/>
              <a:ext cx="42518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Egységteszt</a:t>
              </a:r>
            </a:p>
          </p:txBody>
        </p:sp>
        <p:sp>
          <p:nvSpPr>
            <p:cNvPr id="512" name="Szövegdoboz 511">
              <a:extLst>
                <a:ext uri="{FF2B5EF4-FFF2-40B4-BE49-F238E27FC236}">
                  <a16:creationId xmlns:a16="http://schemas.microsoft.com/office/drawing/2014/main" id="{83E25412-11BA-64BA-2C6E-AD34C0900F50}"/>
                </a:ext>
              </a:extLst>
            </p:cNvPr>
            <p:cNvSpPr txBox="1"/>
            <p:nvPr/>
          </p:nvSpPr>
          <p:spPr>
            <a:xfrm>
              <a:off x="4829675" y="4686434"/>
              <a:ext cx="42518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 err="1">
                  <a:solidFill>
                    <a:schemeClr val="bg1"/>
                  </a:solidFill>
                  <a:latin typeface="Arial Black" panose="020B0A04020102020204" pitchFamily="34" charset="0"/>
                </a:rPr>
                <a:t>Github</a:t>
              </a:r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 &amp; </a:t>
              </a:r>
              <a:r>
                <a:rPr lang="hu-HU" dirty="0" err="1">
                  <a:solidFill>
                    <a:schemeClr val="bg1"/>
                  </a:solidFill>
                  <a:latin typeface="Arial Black" panose="020B0A04020102020204" pitchFamily="34" charset="0"/>
                </a:rPr>
                <a:t>Trello</a:t>
              </a:r>
              <a:endParaRPr lang="hu-HU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513" name="Szövegdoboz 512">
              <a:extLst>
                <a:ext uri="{FF2B5EF4-FFF2-40B4-BE49-F238E27FC236}">
                  <a16:creationId xmlns:a16="http://schemas.microsoft.com/office/drawing/2014/main" id="{32038918-2A7C-A9CE-C221-CF013AF45801}"/>
                </a:ext>
              </a:extLst>
            </p:cNvPr>
            <p:cNvSpPr txBox="1"/>
            <p:nvPr/>
          </p:nvSpPr>
          <p:spPr>
            <a:xfrm>
              <a:off x="4829675" y="3196861"/>
              <a:ext cx="42518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 err="1">
                  <a:solidFill>
                    <a:schemeClr val="bg1"/>
                  </a:solidFill>
                  <a:latin typeface="Arial Black" panose="020B0A04020102020204" pitchFamily="34" charset="0"/>
                </a:rPr>
                <a:t>Figma</a:t>
              </a:r>
              <a:endParaRPr lang="hu-HU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514" name="Szövegdoboz 513">
              <a:extLst>
                <a:ext uri="{FF2B5EF4-FFF2-40B4-BE49-F238E27FC236}">
                  <a16:creationId xmlns:a16="http://schemas.microsoft.com/office/drawing/2014/main" id="{4F0EB6C6-9AA4-BA44-47F3-B6F5C16D324A}"/>
                </a:ext>
              </a:extLst>
            </p:cNvPr>
            <p:cNvSpPr txBox="1"/>
            <p:nvPr/>
          </p:nvSpPr>
          <p:spPr>
            <a:xfrm>
              <a:off x="4819794" y="5180130"/>
              <a:ext cx="42518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PPT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18899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B3D65-AE7C-6DC3-923A-13609F934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Ábra 5" descr="Könyvjelző egyszínű kitöltéssel">
            <a:extLst>
              <a:ext uri="{FF2B5EF4-FFF2-40B4-BE49-F238E27FC236}">
                <a16:creationId xmlns:a16="http://schemas.microsoft.com/office/drawing/2014/main" id="{9FC07434-1C42-4BA5-DEBE-56A0AF52C5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48509" y="-170936"/>
            <a:ext cx="1802859" cy="1802859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6E8E01B0-37B9-7B1E-92A9-586FF48BED82}"/>
              </a:ext>
            </a:extLst>
          </p:cNvPr>
          <p:cNvSpPr txBox="1"/>
          <p:nvPr/>
        </p:nvSpPr>
        <p:spPr>
          <a:xfrm>
            <a:off x="11104606" y="38784"/>
            <a:ext cx="69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>
                <a:latin typeface="Arial Black" panose="020B0A04020102020204" pitchFamily="34" charset="0"/>
              </a:rPr>
              <a:t>IKT</a:t>
            </a:r>
          </a:p>
        </p:txBody>
      </p:sp>
      <p:pic>
        <p:nvPicPr>
          <p:cNvPr id="10" name="Ábra 9" descr="Értekezlet körvonalas">
            <a:extLst>
              <a:ext uri="{FF2B5EF4-FFF2-40B4-BE49-F238E27FC236}">
                <a16:creationId xmlns:a16="http://schemas.microsoft.com/office/drawing/2014/main" id="{03372981-2EBA-6BCF-E7B3-FA244B2858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4606" y="324132"/>
            <a:ext cx="690664" cy="690664"/>
          </a:xfrm>
          <a:prstGeom prst="rect">
            <a:avLst/>
          </a:prstGeom>
        </p:spPr>
      </p:pic>
      <p:sp>
        <p:nvSpPr>
          <p:cNvPr id="13" name="Szövegdoboz 12">
            <a:extLst>
              <a:ext uri="{FF2B5EF4-FFF2-40B4-BE49-F238E27FC236}">
                <a16:creationId xmlns:a16="http://schemas.microsoft.com/office/drawing/2014/main" id="{85800CC3-0BD4-6FEF-D91A-BD0D90FF420B}"/>
              </a:ext>
            </a:extLst>
          </p:cNvPr>
          <p:cNvSpPr txBox="1"/>
          <p:nvPr/>
        </p:nvSpPr>
        <p:spPr>
          <a:xfrm>
            <a:off x="1028700" y="2108200"/>
            <a:ext cx="206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Idő beosztás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E2C70B1F-84FB-57F7-0DDE-B68D77B0A045}"/>
              </a:ext>
            </a:extLst>
          </p:cNvPr>
          <p:cNvSpPr txBox="1"/>
          <p:nvPr/>
        </p:nvSpPr>
        <p:spPr>
          <a:xfrm>
            <a:off x="1028700" y="2710378"/>
            <a:ext cx="206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Csapat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57CB62D4-042D-DEBA-8057-37E02A8038BA}"/>
              </a:ext>
            </a:extLst>
          </p:cNvPr>
          <p:cNvSpPr txBox="1"/>
          <p:nvPr/>
        </p:nvSpPr>
        <p:spPr>
          <a:xfrm>
            <a:off x="1028700" y="3312556"/>
            <a:ext cx="206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Feladat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9E986D56-ADDF-3DAB-765A-9A5E353ED7CB}"/>
              </a:ext>
            </a:extLst>
          </p:cNvPr>
          <p:cNvSpPr txBox="1"/>
          <p:nvPr/>
        </p:nvSpPr>
        <p:spPr>
          <a:xfrm>
            <a:off x="1028700" y="3914734"/>
            <a:ext cx="206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Összegzés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C8FE8535-6352-0420-A201-2898811E7B6E}"/>
              </a:ext>
            </a:extLst>
          </p:cNvPr>
          <p:cNvSpPr/>
          <p:nvPr/>
        </p:nvSpPr>
        <p:spPr>
          <a:xfrm>
            <a:off x="2962273" y="2275722"/>
            <a:ext cx="443867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A78530A8-4BE9-0DB6-F4C5-18E415838602}"/>
              </a:ext>
            </a:extLst>
          </p:cNvPr>
          <p:cNvSpPr/>
          <p:nvPr/>
        </p:nvSpPr>
        <p:spPr>
          <a:xfrm>
            <a:off x="2962273" y="2861254"/>
            <a:ext cx="443867" cy="45719"/>
          </a:xfrm>
          <a:prstGeom prst="rect">
            <a:avLst/>
          </a:prstGeom>
          <a:solidFill>
            <a:srgbClr val="890F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Téglalap 20">
            <a:extLst>
              <a:ext uri="{FF2B5EF4-FFF2-40B4-BE49-F238E27FC236}">
                <a16:creationId xmlns:a16="http://schemas.microsoft.com/office/drawing/2014/main" id="{F41B7320-493A-7AEF-D5DA-2163024B02D8}"/>
              </a:ext>
            </a:extLst>
          </p:cNvPr>
          <p:cNvSpPr/>
          <p:nvPr/>
        </p:nvSpPr>
        <p:spPr>
          <a:xfrm>
            <a:off x="2962273" y="3474362"/>
            <a:ext cx="1266827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Téglalap 22">
            <a:extLst>
              <a:ext uri="{FF2B5EF4-FFF2-40B4-BE49-F238E27FC236}">
                <a16:creationId xmlns:a16="http://schemas.microsoft.com/office/drawing/2014/main" id="{72FC8963-5B28-4DF7-63D2-89E9B45417CC}"/>
              </a:ext>
            </a:extLst>
          </p:cNvPr>
          <p:cNvSpPr/>
          <p:nvPr/>
        </p:nvSpPr>
        <p:spPr>
          <a:xfrm>
            <a:off x="2962273" y="4076540"/>
            <a:ext cx="443867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1" name="Téglalap 220">
            <a:extLst>
              <a:ext uri="{FF2B5EF4-FFF2-40B4-BE49-F238E27FC236}">
                <a16:creationId xmlns:a16="http://schemas.microsoft.com/office/drawing/2014/main" id="{CF949E9F-74CC-38B2-6BA6-DF4D3FB2509A}"/>
              </a:ext>
            </a:extLst>
          </p:cNvPr>
          <p:cNvSpPr/>
          <p:nvPr/>
        </p:nvSpPr>
        <p:spPr>
          <a:xfrm flipV="1">
            <a:off x="5384800" y="982187"/>
            <a:ext cx="3429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23" name="Szövegdoboz 222">
            <a:extLst>
              <a:ext uri="{FF2B5EF4-FFF2-40B4-BE49-F238E27FC236}">
                <a16:creationId xmlns:a16="http://schemas.microsoft.com/office/drawing/2014/main" id="{5EAEC1B9-D373-33B5-3404-654D7C195B1B}"/>
              </a:ext>
            </a:extLst>
          </p:cNvPr>
          <p:cNvSpPr txBox="1"/>
          <p:nvPr/>
        </p:nvSpPr>
        <p:spPr>
          <a:xfrm>
            <a:off x="838200" y="523694"/>
            <a:ext cx="4908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5400" dirty="0">
                <a:solidFill>
                  <a:schemeClr val="bg1"/>
                </a:solidFill>
                <a:latin typeface="Arial Black" panose="020B0A04020102020204" pitchFamily="34" charset="0"/>
              </a:rPr>
              <a:t>TARTALOM</a:t>
            </a:r>
          </a:p>
        </p:txBody>
      </p:sp>
      <p:grpSp>
        <p:nvGrpSpPr>
          <p:cNvPr id="411" name="Csoportba foglalás 410">
            <a:extLst>
              <a:ext uri="{FF2B5EF4-FFF2-40B4-BE49-F238E27FC236}">
                <a16:creationId xmlns:a16="http://schemas.microsoft.com/office/drawing/2014/main" id="{DEF65D52-C908-5724-B47B-02BA020D6B16}"/>
              </a:ext>
            </a:extLst>
          </p:cNvPr>
          <p:cNvGrpSpPr/>
          <p:nvPr/>
        </p:nvGrpSpPr>
        <p:grpSpPr>
          <a:xfrm>
            <a:off x="12481432" y="1950422"/>
            <a:ext cx="8820514" cy="3927249"/>
            <a:chOff x="4604044" y="1942506"/>
            <a:chExt cx="8820514" cy="3927249"/>
          </a:xfrm>
        </p:grpSpPr>
        <p:grpSp>
          <p:nvGrpSpPr>
            <p:cNvPr id="412" name="Csoportba foglalás 411">
              <a:extLst>
                <a:ext uri="{FF2B5EF4-FFF2-40B4-BE49-F238E27FC236}">
                  <a16:creationId xmlns:a16="http://schemas.microsoft.com/office/drawing/2014/main" id="{8D8A06EA-A500-6D21-6754-8BAA46E46517}"/>
                </a:ext>
              </a:extLst>
            </p:cNvPr>
            <p:cNvGrpSpPr/>
            <p:nvPr/>
          </p:nvGrpSpPr>
          <p:grpSpPr>
            <a:xfrm>
              <a:off x="4604044" y="1942506"/>
              <a:ext cx="8820514" cy="3927249"/>
              <a:chOff x="4756241" y="2034133"/>
              <a:chExt cx="8820514" cy="3927249"/>
            </a:xfrm>
          </p:grpSpPr>
          <p:sp>
            <p:nvSpPr>
              <p:cNvPr id="420" name="Téglalap 419">
                <a:extLst>
                  <a:ext uri="{FF2B5EF4-FFF2-40B4-BE49-F238E27FC236}">
                    <a16:creationId xmlns:a16="http://schemas.microsoft.com/office/drawing/2014/main" id="{BF809F33-D8F6-7071-D3EC-9C2A3CD5DAEA}"/>
                  </a:ext>
                </a:extLst>
              </p:cNvPr>
              <p:cNvSpPr/>
              <p:nvPr/>
            </p:nvSpPr>
            <p:spPr>
              <a:xfrm>
                <a:off x="4882698" y="2034133"/>
                <a:ext cx="8694057" cy="3927248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421" name="Szövegdoboz 420">
                <a:extLst>
                  <a:ext uri="{FF2B5EF4-FFF2-40B4-BE49-F238E27FC236}">
                    <a16:creationId xmlns:a16="http://schemas.microsoft.com/office/drawing/2014/main" id="{AFE2E9A6-1C42-F49F-8BCE-BDB992A1C243}"/>
                  </a:ext>
                </a:extLst>
              </p:cNvPr>
              <p:cNvSpPr txBox="1"/>
              <p:nvPr/>
            </p:nvSpPr>
            <p:spPr>
              <a:xfrm>
                <a:off x="4948442" y="2226749"/>
                <a:ext cx="28363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Csapattagok</a:t>
                </a:r>
              </a:p>
            </p:txBody>
          </p:sp>
          <p:sp>
            <p:nvSpPr>
              <p:cNvPr id="422" name="Téglalap 421">
                <a:extLst>
                  <a:ext uri="{FF2B5EF4-FFF2-40B4-BE49-F238E27FC236}">
                    <a16:creationId xmlns:a16="http://schemas.microsoft.com/office/drawing/2014/main" id="{9C9C964B-8AD2-0705-A018-D02924A1BD81}"/>
                  </a:ext>
                </a:extLst>
              </p:cNvPr>
              <p:cNvSpPr/>
              <p:nvPr/>
            </p:nvSpPr>
            <p:spPr>
              <a:xfrm rot="5400000">
                <a:off x="2855845" y="3934529"/>
                <a:ext cx="3927249" cy="126457"/>
              </a:xfrm>
              <a:prstGeom prst="rect">
                <a:avLst/>
              </a:prstGeom>
              <a:solidFill>
                <a:srgbClr val="890F2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13" name="Csoportba foglalás 412">
              <a:extLst>
                <a:ext uri="{FF2B5EF4-FFF2-40B4-BE49-F238E27FC236}">
                  <a16:creationId xmlns:a16="http://schemas.microsoft.com/office/drawing/2014/main" id="{86A4DD7D-ED8A-B69B-43BA-3CF8BEE6D170}"/>
                </a:ext>
              </a:extLst>
            </p:cNvPr>
            <p:cNvGrpSpPr/>
            <p:nvPr/>
          </p:nvGrpSpPr>
          <p:grpSpPr>
            <a:xfrm>
              <a:off x="4667272" y="2634071"/>
              <a:ext cx="4895708" cy="2974074"/>
              <a:chOff x="4667272" y="2642672"/>
              <a:chExt cx="4895708" cy="2974074"/>
            </a:xfrm>
          </p:grpSpPr>
          <p:pic>
            <p:nvPicPr>
              <p:cNvPr id="414" name="Ábra 413" descr="Férfi profil egyszínű kitöltéssel">
                <a:extLst>
                  <a:ext uri="{FF2B5EF4-FFF2-40B4-BE49-F238E27FC236}">
                    <a16:creationId xmlns:a16="http://schemas.microsoft.com/office/drawing/2014/main" id="{A5E00958-B0B8-66A5-883A-163A9E90AD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667272" y="2642672"/>
                <a:ext cx="2700796" cy="2700796"/>
              </a:xfrm>
              <a:prstGeom prst="rect">
                <a:avLst/>
              </a:prstGeom>
            </p:spPr>
          </p:pic>
          <p:pic>
            <p:nvPicPr>
              <p:cNvPr id="415" name="Ábra 414" descr="Férfi profil egyszínű kitöltéssel">
                <a:extLst>
                  <a:ext uri="{FF2B5EF4-FFF2-40B4-BE49-F238E27FC236}">
                    <a16:creationId xmlns:a16="http://schemas.microsoft.com/office/drawing/2014/main" id="{403C993D-0A58-356F-B4E5-DFEFAA1329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862184" y="2654340"/>
                <a:ext cx="2700796" cy="2700796"/>
              </a:xfrm>
              <a:prstGeom prst="rect">
                <a:avLst/>
              </a:prstGeom>
            </p:spPr>
          </p:pic>
          <p:sp>
            <p:nvSpPr>
              <p:cNvPr id="416" name="Szövegdoboz 415">
                <a:extLst>
                  <a:ext uri="{FF2B5EF4-FFF2-40B4-BE49-F238E27FC236}">
                    <a16:creationId xmlns:a16="http://schemas.microsoft.com/office/drawing/2014/main" id="{2C4E4802-027C-4F66-7189-CFB12CF0014D}"/>
                  </a:ext>
                </a:extLst>
              </p:cNvPr>
              <p:cNvSpPr txBox="1"/>
              <p:nvPr/>
            </p:nvSpPr>
            <p:spPr>
              <a:xfrm>
                <a:off x="4813317" y="5093526"/>
                <a:ext cx="218436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2800" b="1" dirty="0">
                    <a:solidFill>
                      <a:schemeClr val="bg1"/>
                    </a:solidFill>
                  </a:rPr>
                  <a:t>Tihamér</a:t>
                </a:r>
              </a:p>
            </p:txBody>
          </p:sp>
          <p:sp>
            <p:nvSpPr>
              <p:cNvPr id="417" name="Téglalap 416">
                <a:extLst>
                  <a:ext uri="{FF2B5EF4-FFF2-40B4-BE49-F238E27FC236}">
                    <a16:creationId xmlns:a16="http://schemas.microsoft.com/office/drawing/2014/main" id="{5FD30363-4C6C-B58E-2B2D-71092202B3FF}"/>
                  </a:ext>
                </a:extLst>
              </p:cNvPr>
              <p:cNvSpPr/>
              <p:nvPr/>
            </p:nvSpPr>
            <p:spPr>
              <a:xfrm>
                <a:off x="6769141" y="5093526"/>
                <a:ext cx="185613" cy="523220"/>
              </a:xfrm>
              <a:prstGeom prst="rect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418" name="Szövegdoboz 417">
                <a:extLst>
                  <a:ext uri="{FF2B5EF4-FFF2-40B4-BE49-F238E27FC236}">
                    <a16:creationId xmlns:a16="http://schemas.microsoft.com/office/drawing/2014/main" id="{B9238852-F620-A4CA-A09B-EAC108668A65}"/>
                  </a:ext>
                </a:extLst>
              </p:cNvPr>
              <p:cNvSpPr txBox="1"/>
              <p:nvPr/>
            </p:nvSpPr>
            <p:spPr>
              <a:xfrm>
                <a:off x="7017983" y="5081859"/>
                <a:ext cx="218436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2800" b="1" dirty="0">
                    <a:solidFill>
                      <a:schemeClr val="bg1"/>
                    </a:solidFill>
                  </a:rPr>
                  <a:t>Levente</a:t>
                </a:r>
              </a:p>
            </p:txBody>
          </p:sp>
          <p:sp>
            <p:nvSpPr>
              <p:cNvPr id="419" name="Téglalap 418">
                <a:extLst>
                  <a:ext uri="{FF2B5EF4-FFF2-40B4-BE49-F238E27FC236}">
                    <a16:creationId xmlns:a16="http://schemas.microsoft.com/office/drawing/2014/main" id="{6FFD85FB-B9A6-13C2-0E54-E35A24B92A1F}"/>
                  </a:ext>
                </a:extLst>
              </p:cNvPr>
              <p:cNvSpPr/>
              <p:nvPr/>
            </p:nvSpPr>
            <p:spPr>
              <a:xfrm>
                <a:off x="8925098" y="5093526"/>
                <a:ext cx="185613" cy="523220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grpSp>
        <p:nvGrpSpPr>
          <p:cNvPr id="423" name="Csoportba foglalás 422">
            <a:extLst>
              <a:ext uri="{FF2B5EF4-FFF2-40B4-BE49-F238E27FC236}">
                <a16:creationId xmlns:a16="http://schemas.microsoft.com/office/drawing/2014/main" id="{A897737A-63F9-1FC3-D171-EF36AEC7B3C5}"/>
              </a:ext>
            </a:extLst>
          </p:cNvPr>
          <p:cNvGrpSpPr/>
          <p:nvPr/>
        </p:nvGrpSpPr>
        <p:grpSpPr>
          <a:xfrm>
            <a:off x="17417370" y="1959638"/>
            <a:ext cx="8820514" cy="3927249"/>
            <a:chOff x="13822870" y="1903240"/>
            <a:chExt cx="8820514" cy="3927249"/>
          </a:xfrm>
        </p:grpSpPr>
        <p:grpSp>
          <p:nvGrpSpPr>
            <p:cNvPr id="424" name="Csoportba foglalás 423">
              <a:extLst>
                <a:ext uri="{FF2B5EF4-FFF2-40B4-BE49-F238E27FC236}">
                  <a16:creationId xmlns:a16="http://schemas.microsoft.com/office/drawing/2014/main" id="{9150FCD5-7081-AA56-243B-C947B5387B82}"/>
                </a:ext>
              </a:extLst>
            </p:cNvPr>
            <p:cNvGrpSpPr/>
            <p:nvPr/>
          </p:nvGrpSpPr>
          <p:grpSpPr>
            <a:xfrm>
              <a:off x="13822870" y="1903240"/>
              <a:ext cx="8820514" cy="3927249"/>
              <a:chOff x="4756241" y="2034133"/>
              <a:chExt cx="8820514" cy="3927249"/>
            </a:xfrm>
          </p:grpSpPr>
          <p:sp>
            <p:nvSpPr>
              <p:cNvPr id="433" name="Téglalap 432">
                <a:extLst>
                  <a:ext uri="{FF2B5EF4-FFF2-40B4-BE49-F238E27FC236}">
                    <a16:creationId xmlns:a16="http://schemas.microsoft.com/office/drawing/2014/main" id="{CE5EB528-14F4-46F2-8681-224A01AB513C}"/>
                  </a:ext>
                </a:extLst>
              </p:cNvPr>
              <p:cNvSpPr/>
              <p:nvPr/>
            </p:nvSpPr>
            <p:spPr>
              <a:xfrm>
                <a:off x="4882698" y="2034133"/>
                <a:ext cx="8694057" cy="3927248"/>
              </a:xfrm>
              <a:prstGeom prst="rect">
                <a:avLst/>
              </a:prstGeom>
              <a:solidFill>
                <a:srgbClr val="2121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434" name="Téglalap 433">
                <a:extLst>
                  <a:ext uri="{FF2B5EF4-FFF2-40B4-BE49-F238E27FC236}">
                    <a16:creationId xmlns:a16="http://schemas.microsoft.com/office/drawing/2014/main" id="{44D989AE-C893-9CAE-35DF-6D3311B3CA33}"/>
                  </a:ext>
                </a:extLst>
              </p:cNvPr>
              <p:cNvSpPr/>
              <p:nvPr/>
            </p:nvSpPr>
            <p:spPr>
              <a:xfrm rot="5400000">
                <a:off x="2855845" y="3934529"/>
                <a:ext cx="3927249" cy="126457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425" name="Szövegdoboz 424">
              <a:extLst>
                <a:ext uri="{FF2B5EF4-FFF2-40B4-BE49-F238E27FC236}">
                  <a16:creationId xmlns:a16="http://schemas.microsoft.com/office/drawing/2014/main" id="{6DF00E2C-F63A-F128-300B-A60BE9C79919}"/>
                </a:ext>
              </a:extLst>
            </p:cNvPr>
            <p:cNvSpPr txBox="1"/>
            <p:nvPr/>
          </p:nvSpPr>
          <p:spPr>
            <a:xfrm>
              <a:off x="14104812" y="2158148"/>
              <a:ext cx="28363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Feladatok</a:t>
              </a:r>
            </a:p>
          </p:txBody>
        </p:sp>
        <p:grpSp>
          <p:nvGrpSpPr>
            <p:cNvPr id="426" name="Csoportba foglalás 425">
              <a:extLst>
                <a:ext uri="{FF2B5EF4-FFF2-40B4-BE49-F238E27FC236}">
                  <a16:creationId xmlns:a16="http://schemas.microsoft.com/office/drawing/2014/main" id="{A56DEFB4-1B7A-B536-7508-C8D9196A1190}"/>
                </a:ext>
              </a:extLst>
            </p:cNvPr>
            <p:cNvGrpSpPr/>
            <p:nvPr/>
          </p:nvGrpSpPr>
          <p:grpSpPr>
            <a:xfrm>
              <a:off x="14104812" y="2749566"/>
              <a:ext cx="3033488" cy="2411332"/>
              <a:chOff x="14104810" y="2928270"/>
              <a:chExt cx="3033488" cy="1846658"/>
            </a:xfrm>
          </p:grpSpPr>
          <p:grpSp>
            <p:nvGrpSpPr>
              <p:cNvPr id="427" name="Csoportba foglalás 426">
                <a:extLst>
                  <a:ext uri="{FF2B5EF4-FFF2-40B4-BE49-F238E27FC236}">
                    <a16:creationId xmlns:a16="http://schemas.microsoft.com/office/drawing/2014/main" id="{2F7C3693-5001-DBBD-E5C3-6C734DFAD69A}"/>
                  </a:ext>
                </a:extLst>
              </p:cNvPr>
              <p:cNvGrpSpPr/>
              <p:nvPr/>
            </p:nvGrpSpPr>
            <p:grpSpPr>
              <a:xfrm>
                <a:off x="14104810" y="2928270"/>
                <a:ext cx="3033488" cy="1846658"/>
                <a:chOff x="14104809" y="2088955"/>
                <a:chExt cx="3033488" cy="1846658"/>
              </a:xfrm>
            </p:grpSpPr>
            <p:sp>
              <p:nvSpPr>
                <p:cNvPr id="429" name="Szövegdoboz 428">
                  <a:extLst>
                    <a:ext uri="{FF2B5EF4-FFF2-40B4-BE49-F238E27FC236}">
                      <a16:creationId xmlns:a16="http://schemas.microsoft.com/office/drawing/2014/main" id="{A4A1A397-9BE3-C43B-10A4-8D8B638D946F}"/>
                    </a:ext>
                  </a:extLst>
                </p:cNvPr>
                <p:cNvSpPr txBox="1"/>
                <p:nvPr/>
              </p:nvSpPr>
              <p:spPr>
                <a:xfrm>
                  <a:off x="14104812" y="2088955"/>
                  <a:ext cx="3033485" cy="3064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sz="2000" dirty="0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JS</a:t>
                  </a:r>
                </a:p>
              </p:txBody>
            </p:sp>
            <p:sp>
              <p:nvSpPr>
                <p:cNvPr id="430" name="Szövegdoboz 429">
                  <a:extLst>
                    <a:ext uri="{FF2B5EF4-FFF2-40B4-BE49-F238E27FC236}">
                      <a16:creationId xmlns:a16="http://schemas.microsoft.com/office/drawing/2014/main" id="{36F37087-B1AA-7D68-9E5F-E44CBCD1C711}"/>
                    </a:ext>
                  </a:extLst>
                </p:cNvPr>
                <p:cNvSpPr txBox="1"/>
                <p:nvPr/>
              </p:nvSpPr>
              <p:spPr>
                <a:xfrm>
                  <a:off x="14104810" y="2477617"/>
                  <a:ext cx="3033485" cy="3064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sz="2000" dirty="0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JS </a:t>
                  </a:r>
                  <a:r>
                    <a:rPr lang="hu-HU" sz="2000" dirty="0" err="1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class</a:t>
                  </a:r>
                  <a:endParaRPr lang="hu-HU" sz="2000" dirty="0">
                    <a:solidFill>
                      <a:schemeClr val="bg2">
                        <a:lumMod val="75000"/>
                      </a:schemeClr>
                    </a:solidFill>
                    <a:latin typeface="Arial Black" panose="020B0A04020102020204" pitchFamily="34" charset="0"/>
                  </a:endParaRPr>
                </a:p>
              </p:txBody>
            </p:sp>
            <p:sp>
              <p:nvSpPr>
                <p:cNvPr id="431" name="Szövegdoboz 430">
                  <a:extLst>
                    <a:ext uri="{FF2B5EF4-FFF2-40B4-BE49-F238E27FC236}">
                      <a16:creationId xmlns:a16="http://schemas.microsoft.com/office/drawing/2014/main" id="{90EBC5EF-CF59-D942-459F-DB2391CDE725}"/>
                    </a:ext>
                  </a:extLst>
                </p:cNvPr>
                <p:cNvSpPr txBox="1"/>
                <p:nvPr/>
              </p:nvSpPr>
              <p:spPr>
                <a:xfrm>
                  <a:off x="14104809" y="2859077"/>
                  <a:ext cx="3033485" cy="3064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sz="2000" dirty="0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JS </a:t>
                  </a:r>
                  <a:r>
                    <a:rPr lang="hu-HU" sz="2000" dirty="0" err="1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class</a:t>
                  </a:r>
                  <a:r>
                    <a:rPr lang="hu-HU" sz="2000" dirty="0">
                      <a:solidFill>
                        <a:schemeClr val="bg2">
                          <a:lumMod val="75000"/>
                        </a:schemeClr>
                      </a:solidFill>
                      <a:latin typeface="Arial Black" panose="020B0A04020102020204" pitchFamily="34" charset="0"/>
                    </a:rPr>
                    <a:t> | teszt</a:t>
                  </a:r>
                </a:p>
              </p:txBody>
            </p:sp>
            <p:sp>
              <p:nvSpPr>
                <p:cNvPr id="432" name="Szövegdoboz 431">
                  <a:extLst>
                    <a:ext uri="{FF2B5EF4-FFF2-40B4-BE49-F238E27FC236}">
                      <a16:creationId xmlns:a16="http://schemas.microsoft.com/office/drawing/2014/main" id="{F93C1007-F882-C126-5DED-1916655380BF}"/>
                    </a:ext>
                  </a:extLst>
                </p:cNvPr>
                <p:cNvSpPr txBox="1"/>
                <p:nvPr/>
              </p:nvSpPr>
              <p:spPr>
                <a:xfrm>
                  <a:off x="14104809" y="3629199"/>
                  <a:ext cx="3033485" cy="3064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hu-HU" sz="2000" dirty="0">
                    <a:solidFill>
                      <a:schemeClr val="bg2">
                        <a:lumMod val="75000"/>
                      </a:schemeClr>
                    </a:solidFill>
                    <a:latin typeface="Arial Black" panose="020B0A04020102020204" pitchFamily="34" charset="0"/>
                  </a:endParaRPr>
                </a:p>
              </p:txBody>
            </p:sp>
          </p:grpSp>
          <p:sp>
            <p:nvSpPr>
              <p:cNvPr id="428" name="Szövegdoboz 427">
                <a:extLst>
                  <a:ext uri="{FF2B5EF4-FFF2-40B4-BE49-F238E27FC236}">
                    <a16:creationId xmlns:a16="http://schemas.microsoft.com/office/drawing/2014/main" id="{1D3A37E0-D869-04B4-5462-04D40F03B76D}"/>
                  </a:ext>
                </a:extLst>
              </p:cNvPr>
              <p:cNvSpPr txBox="1"/>
              <p:nvPr/>
            </p:nvSpPr>
            <p:spPr>
              <a:xfrm>
                <a:off x="14104810" y="4087054"/>
                <a:ext cx="3033485" cy="3064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sz="2000" dirty="0" err="1">
                    <a:solidFill>
                      <a:schemeClr val="bg2">
                        <a:lumMod val="75000"/>
                      </a:schemeClr>
                    </a:solidFill>
                    <a:latin typeface="Arial Black" panose="020B0A04020102020204" pitchFamily="34" charset="0"/>
                  </a:rPr>
                  <a:t>Github</a:t>
                </a:r>
                <a:r>
                  <a:rPr lang="hu-HU" sz="2000" dirty="0">
                    <a:solidFill>
                      <a:schemeClr val="bg2">
                        <a:lumMod val="75000"/>
                      </a:schemeClr>
                    </a:solidFill>
                    <a:latin typeface="Arial Black" panose="020B0A04020102020204" pitchFamily="34" charset="0"/>
                  </a:rPr>
                  <a:t> &amp; </a:t>
                </a:r>
                <a:r>
                  <a:rPr lang="hu-HU" sz="2000" dirty="0" err="1">
                    <a:solidFill>
                      <a:schemeClr val="bg2">
                        <a:lumMod val="75000"/>
                      </a:schemeClr>
                    </a:solidFill>
                    <a:latin typeface="Arial Black" panose="020B0A04020102020204" pitchFamily="34" charset="0"/>
                  </a:rPr>
                  <a:t>Trello</a:t>
                </a:r>
                <a:endParaRPr lang="hu-HU" sz="2000" dirty="0">
                  <a:solidFill>
                    <a:schemeClr val="bg2">
                      <a:lumMod val="75000"/>
                    </a:schemeClr>
                  </a:solidFill>
                  <a:latin typeface="Arial Black" panose="020B0A04020102020204" pitchFamily="34" charset="0"/>
                </a:endParaRPr>
              </a:p>
            </p:txBody>
          </p:sp>
        </p:grpSp>
      </p:grpSp>
      <p:grpSp>
        <p:nvGrpSpPr>
          <p:cNvPr id="435" name="Csoportba foglalás 434">
            <a:extLst>
              <a:ext uri="{FF2B5EF4-FFF2-40B4-BE49-F238E27FC236}">
                <a16:creationId xmlns:a16="http://schemas.microsoft.com/office/drawing/2014/main" id="{8E866989-8A32-7577-1F43-59A66B60FA83}"/>
              </a:ext>
            </a:extLst>
          </p:cNvPr>
          <p:cNvGrpSpPr/>
          <p:nvPr/>
        </p:nvGrpSpPr>
        <p:grpSpPr>
          <a:xfrm>
            <a:off x="4604044" y="1964932"/>
            <a:ext cx="8820514" cy="3927249"/>
            <a:chOff x="4604044" y="1950423"/>
            <a:chExt cx="8820514" cy="3927249"/>
          </a:xfrm>
        </p:grpSpPr>
        <p:grpSp>
          <p:nvGrpSpPr>
            <p:cNvPr id="436" name="Csoportba foglalás 435">
              <a:extLst>
                <a:ext uri="{FF2B5EF4-FFF2-40B4-BE49-F238E27FC236}">
                  <a16:creationId xmlns:a16="http://schemas.microsoft.com/office/drawing/2014/main" id="{355F9A3A-451C-A60F-B32D-F0B4DACEAC77}"/>
                </a:ext>
              </a:extLst>
            </p:cNvPr>
            <p:cNvGrpSpPr/>
            <p:nvPr/>
          </p:nvGrpSpPr>
          <p:grpSpPr>
            <a:xfrm>
              <a:off x="4604044" y="1950423"/>
              <a:ext cx="8820514" cy="3927249"/>
              <a:chOff x="4756241" y="2034133"/>
              <a:chExt cx="8820514" cy="3927249"/>
            </a:xfrm>
          </p:grpSpPr>
          <p:sp>
            <p:nvSpPr>
              <p:cNvPr id="443" name="Téglalap 442">
                <a:extLst>
                  <a:ext uri="{FF2B5EF4-FFF2-40B4-BE49-F238E27FC236}">
                    <a16:creationId xmlns:a16="http://schemas.microsoft.com/office/drawing/2014/main" id="{1C7EB910-C8DE-7BF0-4ECF-B2DDB6D9BBF4}"/>
                  </a:ext>
                </a:extLst>
              </p:cNvPr>
              <p:cNvSpPr/>
              <p:nvPr/>
            </p:nvSpPr>
            <p:spPr>
              <a:xfrm>
                <a:off x="4882698" y="2034133"/>
                <a:ext cx="8694057" cy="3927248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444" name="Szövegdoboz 443">
                <a:extLst>
                  <a:ext uri="{FF2B5EF4-FFF2-40B4-BE49-F238E27FC236}">
                    <a16:creationId xmlns:a16="http://schemas.microsoft.com/office/drawing/2014/main" id="{5565BD12-9F7F-91AF-338F-A91381DA06C1}"/>
                  </a:ext>
                </a:extLst>
              </p:cNvPr>
              <p:cNvSpPr txBox="1"/>
              <p:nvPr/>
            </p:nvSpPr>
            <p:spPr>
              <a:xfrm>
                <a:off x="4948442" y="2226749"/>
                <a:ext cx="57919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Feladat </a:t>
                </a:r>
                <a:r>
                  <a:rPr lang="hu-HU" dirty="0">
                    <a:solidFill>
                      <a:schemeClr val="bg2">
                        <a:lumMod val="75000"/>
                      </a:schemeClr>
                    </a:solidFill>
                    <a:latin typeface="Arial Black" panose="020B0A04020102020204" pitchFamily="34" charset="0"/>
                  </a:rPr>
                  <a:t>– Kiszállítás &amp; ételrendelő rendszer</a:t>
                </a:r>
              </a:p>
            </p:txBody>
          </p:sp>
          <p:sp>
            <p:nvSpPr>
              <p:cNvPr id="445" name="Téglalap 444">
                <a:extLst>
                  <a:ext uri="{FF2B5EF4-FFF2-40B4-BE49-F238E27FC236}">
                    <a16:creationId xmlns:a16="http://schemas.microsoft.com/office/drawing/2014/main" id="{926A39FB-7E8E-F9D7-67F4-5B2C6A65DD09}"/>
                  </a:ext>
                </a:extLst>
              </p:cNvPr>
              <p:cNvSpPr/>
              <p:nvPr/>
            </p:nvSpPr>
            <p:spPr>
              <a:xfrm rot="5400000">
                <a:off x="2855845" y="3934529"/>
                <a:ext cx="3927249" cy="12645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437" name="Szövegdoboz 436">
              <a:extLst>
                <a:ext uri="{FF2B5EF4-FFF2-40B4-BE49-F238E27FC236}">
                  <a16:creationId xmlns:a16="http://schemas.microsoft.com/office/drawing/2014/main" id="{ACCE7224-F52B-0EA0-431B-E407E51645CA}"/>
                </a:ext>
              </a:extLst>
            </p:cNvPr>
            <p:cNvSpPr txBox="1"/>
            <p:nvPr/>
          </p:nvSpPr>
          <p:spPr>
            <a:xfrm>
              <a:off x="4819794" y="2699447"/>
              <a:ext cx="42518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Web </a:t>
              </a:r>
              <a:r>
                <a:rPr lang="hu-HU" dirty="0">
                  <a:solidFill>
                    <a:schemeClr val="bg2">
                      <a:lumMod val="75000"/>
                    </a:schemeClr>
                  </a:solidFill>
                  <a:latin typeface="Arial Black" panose="020B0A04020102020204" pitchFamily="34" charset="0"/>
                </a:rPr>
                <a:t>– Adminisztrációs felület</a:t>
              </a:r>
            </a:p>
          </p:txBody>
        </p:sp>
        <p:sp>
          <p:nvSpPr>
            <p:cNvPr id="438" name="Szövegdoboz 437">
              <a:extLst>
                <a:ext uri="{FF2B5EF4-FFF2-40B4-BE49-F238E27FC236}">
                  <a16:creationId xmlns:a16="http://schemas.microsoft.com/office/drawing/2014/main" id="{1E2E5A00-F177-F9A7-8032-DE78F0E4E8C6}"/>
                </a:ext>
              </a:extLst>
            </p:cNvPr>
            <p:cNvSpPr txBox="1"/>
            <p:nvPr/>
          </p:nvSpPr>
          <p:spPr>
            <a:xfrm>
              <a:off x="4829675" y="3699042"/>
              <a:ext cx="42518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JS </a:t>
              </a:r>
              <a:r>
                <a:rPr lang="hu-HU" dirty="0" err="1">
                  <a:solidFill>
                    <a:schemeClr val="bg1"/>
                  </a:solidFill>
                  <a:latin typeface="Arial Black" panose="020B0A04020102020204" pitchFamily="34" charset="0"/>
                </a:rPr>
                <a:t>Class</a:t>
              </a:r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 2 db</a:t>
              </a:r>
            </a:p>
          </p:txBody>
        </p:sp>
        <p:sp>
          <p:nvSpPr>
            <p:cNvPr id="439" name="Szövegdoboz 438">
              <a:extLst>
                <a:ext uri="{FF2B5EF4-FFF2-40B4-BE49-F238E27FC236}">
                  <a16:creationId xmlns:a16="http://schemas.microsoft.com/office/drawing/2014/main" id="{88B80F52-9F03-0209-20F7-122020846288}"/>
                </a:ext>
              </a:extLst>
            </p:cNvPr>
            <p:cNvSpPr txBox="1"/>
            <p:nvPr/>
          </p:nvSpPr>
          <p:spPr>
            <a:xfrm>
              <a:off x="4829675" y="4192738"/>
              <a:ext cx="42518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Egységteszt</a:t>
              </a:r>
            </a:p>
          </p:txBody>
        </p:sp>
        <p:sp>
          <p:nvSpPr>
            <p:cNvPr id="440" name="Szövegdoboz 439">
              <a:extLst>
                <a:ext uri="{FF2B5EF4-FFF2-40B4-BE49-F238E27FC236}">
                  <a16:creationId xmlns:a16="http://schemas.microsoft.com/office/drawing/2014/main" id="{A903493C-32EC-0321-54BC-3B4E2F8CCE4B}"/>
                </a:ext>
              </a:extLst>
            </p:cNvPr>
            <p:cNvSpPr txBox="1"/>
            <p:nvPr/>
          </p:nvSpPr>
          <p:spPr>
            <a:xfrm>
              <a:off x="4829675" y="4686434"/>
              <a:ext cx="42518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 err="1">
                  <a:solidFill>
                    <a:schemeClr val="bg1"/>
                  </a:solidFill>
                  <a:latin typeface="Arial Black" panose="020B0A04020102020204" pitchFamily="34" charset="0"/>
                </a:rPr>
                <a:t>Github</a:t>
              </a:r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 &amp; </a:t>
              </a:r>
              <a:r>
                <a:rPr lang="hu-HU" dirty="0" err="1">
                  <a:solidFill>
                    <a:schemeClr val="bg1"/>
                  </a:solidFill>
                  <a:latin typeface="Arial Black" panose="020B0A04020102020204" pitchFamily="34" charset="0"/>
                </a:rPr>
                <a:t>Trello</a:t>
              </a:r>
              <a:endParaRPr lang="hu-HU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441" name="Szövegdoboz 440">
              <a:extLst>
                <a:ext uri="{FF2B5EF4-FFF2-40B4-BE49-F238E27FC236}">
                  <a16:creationId xmlns:a16="http://schemas.microsoft.com/office/drawing/2014/main" id="{92CD2DB3-9F74-698D-84D4-75C492541A30}"/>
                </a:ext>
              </a:extLst>
            </p:cNvPr>
            <p:cNvSpPr txBox="1"/>
            <p:nvPr/>
          </p:nvSpPr>
          <p:spPr>
            <a:xfrm>
              <a:off x="4829675" y="3196861"/>
              <a:ext cx="42518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 err="1">
                  <a:solidFill>
                    <a:schemeClr val="bg1"/>
                  </a:solidFill>
                  <a:latin typeface="Arial Black" panose="020B0A04020102020204" pitchFamily="34" charset="0"/>
                </a:rPr>
                <a:t>Figma</a:t>
              </a:r>
              <a:endParaRPr lang="hu-HU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442" name="Szövegdoboz 441">
              <a:extLst>
                <a:ext uri="{FF2B5EF4-FFF2-40B4-BE49-F238E27FC236}">
                  <a16:creationId xmlns:a16="http://schemas.microsoft.com/office/drawing/2014/main" id="{865758C1-5956-3414-6F0A-185DC65820DC}"/>
                </a:ext>
              </a:extLst>
            </p:cNvPr>
            <p:cNvSpPr txBox="1"/>
            <p:nvPr/>
          </p:nvSpPr>
          <p:spPr>
            <a:xfrm>
              <a:off x="4819794" y="5180130"/>
              <a:ext cx="42518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PPT</a:t>
              </a:r>
            </a:p>
          </p:txBody>
        </p:sp>
      </p:grpSp>
      <p:grpSp>
        <p:nvGrpSpPr>
          <p:cNvPr id="459" name="Csoportba foglalás 458">
            <a:extLst>
              <a:ext uri="{FF2B5EF4-FFF2-40B4-BE49-F238E27FC236}">
                <a16:creationId xmlns:a16="http://schemas.microsoft.com/office/drawing/2014/main" id="{E986EEC3-582A-9643-A38B-1839DD6B99E3}"/>
              </a:ext>
            </a:extLst>
          </p:cNvPr>
          <p:cNvGrpSpPr/>
          <p:nvPr/>
        </p:nvGrpSpPr>
        <p:grpSpPr>
          <a:xfrm>
            <a:off x="12481432" y="1950420"/>
            <a:ext cx="8820514" cy="3927249"/>
            <a:chOff x="4604044" y="1950423"/>
            <a:chExt cx="8820514" cy="3927249"/>
          </a:xfrm>
        </p:grpSpPr>
        <p:grpSp>
          <p:nvGrpSpPr>
            <p:cNvPr id="460" name="Csoportba foglalás 459">
              <a:extLst>
                <a:ext uri="{FF2B5EF4-FFF2-40B4-BE49-F238E27FC236}">
                  <a16:creationId xmlns:a16="http://schemas.microsoft.com/office/drawing/2014/main" id="{7233D5EC-9EE7-91DE-F337-D0CE49EDDF0E}"/>
                </a:ext>
              </a:extLst>
            </p:cNvPr>
            <p:cNvGrpSpPr/>
            <p:nvPr/>
          </p:nvGrpSpPr>
          <p:grpSpPr>
            <a:xfrm>
              <a:off x="4604044" y="1950423"/>
              <a:ext cx="8820514" cy="3927249"/>
              <a:chOff x="4756241" y="2034133"/>
              <a:chExt cx="8820514" cy="3927249"/>
            </a:xfrm>
          </p:grpSpPr>
          <p:sp>
            <p:nvSpPr>
              <p:cNvPr id="472" name="Téglalap 471">
                <a:extLst>
                  <a:ext uri="{FF2B5EF4-FFF2-40B4-BE49-F238E27FC236}">
                    <a16:creationId xmlns:a16="http://schemas.microsoft.com/office/drawing/2014/main" id="{2C84F712-5A99-FA37-4868-8E459FDE3020}"/>
                  </a:ext>
                </a:extLst>
              </p:cNvPr>
              <p:cNvSpPr/>
              <p:nvPr/>
            </p:nvSpPr>
            <p:spPr>
              <a:xfrm>
                <a:off x="4882698" y="2034133"/>
                <a:ext cx="8694057" cy="3927248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473" name="Szövegdoboz 472">
                <a:extLst>
                  <a:ext uri="{FF2B5EF4-FFF2-40B4-BE49-F238E27FC236}">
                    <a16:creationId xmlns:a16="http://schemas.microsoft.com/office/drawing/2014/main" id="{A0C386D9-01ED-BB1D-620A-C0B93510FE9B}"/>
                  </a:ext>
                </a:extLst>
              </p:cNvPr>
              <p:cNvSpPr txBox="1"/>
              <p:nvPr/>
            </p:nvSpPr>
            <p:spPr>
              <a:xfrm>
                <a:off x="4948442" y="2226749"/>
                <a:ext cx="57919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Összegzés</a:t>
                </a:r>
                <a:endParaRPr lang="hu-HU" dirty="0">
                  <a:solidFill>
                    <a:schemeClr val="bg2">
                      <a:lumMod val="75000"/>
                    </a:schemeClr>
                  </a:solidFill>
                  <a:latin typeface="Arial Black" panose="020B0A04020102020204" pitchFamily="34" charset="0"/>
                </a:endParaRPr>
              </a:p>
            </p:txBody>
          </p:sp>
          <p:sp>
            <p:nvSpPr>
              <p:cNvPr id="474" name="Téglalap 473">
                <a:extLst>
                  <a:ext uri="{FF2B5EF4-FFF2-40B4-BE49-F238E27FC236}">
                    <a16:creationId xmlns:a16="http://schemas.microsoft.com/office/drawing/2014/main" id="{DD13875D-65D5-D91F-5AD2-7B7D008BFB84}"/>
                  </a:ext>
                </a:extLst>
              </p:cNvPr>
              <p:cNvSpPr/>
              <p:nvPr/>
            </p:nvSpPr>
            <p:spPr>
              <a:xfrm rot="5400000">
                <a:off x="2855845" y="3934529"/>
                <a:ext cx="3927249" cy="126457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461" name="Csoportba foglalás 460">
              <a:extLst>
                <a:ext uri="{FF2B5EF4-FFF2-40B4-BE49-F238E27FC236}">
                  <a16:creationId xmlns:a16="http://schemas.microsoft.com/office/drawing/2014/main" id="{F98A15F9-E820-5047-0F9D-20E0AF5B4E56}"/>
                </a:ext>
              </a:extLst>
            </p:cNvPr>
            <p:cNvGrpSpPr/>
            <p:nvPr/>
          </p:nvGrpSpPr>
          <p:grpSpPr>
            <a:xfrm>
              <a:off x="4730500" y="2633908"/>
              <a:ext cx="8694057" cy="2083303"/>
              <a:chOff x="4730501" y="4013947"/>
              <a:chExt cx="8694057" cy="2711700"/>
            </a:xfrm>
          </p:grpSpPr>
          <p:sp>
            <p:nvSpPr>
              <p:cNvPr id="468" name="Téglalap 467">
                <a:extLst>
                  <a:ext uri="{FF2B5EF4-FFF2-40B4-BE49-F238E27FC236}">
                    <a16:creationId xmlns:a16="http://schemas.microsoft.com/office/drawing/2014/main" id="{0B9BC5F8-8BE1-4893-0635-9CA9201F42DE}"/>
                  </a:ext>
                </a:extLst>
              </p:cNvPr>
              <p:cNvSpPr/>
              <p:nvPr/>
            </p:nvSpPr>
            <p:spPr>
              <a:xfrm>
                <a:off x="4730501" y="4013947"/>
                <a:ext cx="8694057" cy="2711700"/>
              </a:xfrm>
              <a:prstGeom prst="rect">
                <a:avLst/>
              </a:prstGeom>
              <a:solidFill>
                <a:srgbClr val="2121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469" name="Szövegdoboz 468">
                <a:extLst>
                  <a:ext uri="{FF2B5EF4-FFF2-40B4-BE49-F238E27FC236}">
                    <a16:creationId xmlns:a16="http://schemas.microsoft.com/office/drawing/2014/main" id="{73ED1A26-8ADB-E495-3D47-D22CE6AB543C}"/>
                  </a:ext>
                </a:extLst>
              </p:cNvPr>
              <p:cNvSpPr txBox="1"/>
              <p:nvPr/>
            </p:nvSpPr>
            <p:spPr>
              <a:xfrm>
                <a:off x="4829362" y="4191068"/>
                <a:ext cx="57919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Feladatok </a:t>
                </a:r>
                <a:r>
                  <a:rPr lang="hu-H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 Black" panose="020B0A04020102020204" pitchFamily="34" charset="0"/>
                  </a:rPr>
                  <a:t>–</a:t>
                </a:r>
                <a:r>
                  <a:rPr lang="hu-HU" dirty="0">
                    <a:solidFill>
                      <a:schemeClr val="bg2">
                        <a:lumMod val="75000"/>
                      </a:schemeClr>
                    </a:solidFill>
                    <a:latin typeface="Arial Black" panose="020B0A04020102020204" pitchFamily="34" charset="0"/>
                  </a:rPr>
                  <a:t> Teljesítve </a:t>
                </a:r>
              </a:p>
            </p:txBody>
          </p:sp>
          <p:sp>
            <p:nvSpPr>
              <p:cNvPr id="470" name="Szövegdoboz 469">
                <a:extLst>
                  <a:ext uri="{FF2B5EF4-FFF2-40B4-BE49-F238E27FC236}">
                    <a16:creationId xmlns:a16="http://schemas.microsoft.com/office/drawing/2014/main" id="{6B95CE1B-E394-8F90-8224-80FE2EE3DB70}"/>
                  </a:ext>
                </a:extLst>
              </p:cNvPr>
              <p:cNvSpPr txBox="1"/>
              <p:nvPr/>
            </p:nvSpPr>
            <p:spPr>
              <a:xfrm>
                <a:off x="4817587" y="5404201"/>
                <a:ext cx="57919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Tapasztalat szerzés</a:t>
                </a:r>
              </a:p>
            </p:txBody>
          </p:sp>
          <p:sp>
            <p:nvSpPr>
              <p:cNvPr id="471" name="Szövegdoboz 470">
                <a:extLst>
                  <a:ext uri="{FF2B5EF4-FFF2-40B4-BE49-F238E27FC236}">
                    <a16:creationId xmlns:a16="http://schemas.microsoft.com/office/drawing/2014/main" id="{69F1EAC6-E307-11DC-0017-7BE31966EBA3}"/>
                  </a:ext>
                </a:extLst>
              </p:cNvPr>
              <p:cNvSpPr txBox="1"/>
              <p:nvPr/>
            </p:nvSpPr>
            <p:spPr>
              <a:xfrm>
                <a:off x="4817587" y="4790302"/>
                <a:ext cx="57919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Gördülékeny munkamenet</a:t>
                </a:r>
              </a:p>
            </p:txBody>
          </p:sp>
        </p:grpSp>
        <p:grpSp>
          <p:nvGrpSpPr>
            <p:cNvPr id="462" name="Csoportba foglalás 461">
              <a:extLst>
                <a:ext uri="{FF2B5EF4-FFF2-40B4-BE49-F238E27FC236}">
                  <a16:creationId xmlns:a16="http://schemas.microsoft.com/office/drawing/2014/main" id="{AA234E51-A139-25D4-ECD9-36435FC70606}"/>
                </a:ext>
              </a:extLst>
            </p:cNvPr>
            <p:cNvGrpSpPr/>
            <p:nvPr/>
          </p:nvGrpSpPr>
          <p:grpSpPr>
            <a:xfrm>
              <a:off x="4829361" y="4826088"/>
              <a:ext cx="5819580" cy="883768"/>
              <a:chOff x="12622877" y="3668734"/>
              <a:chExt cx="5819580" cy="883768"/>
            </a:xfrm>
          </p:grpSpPr>
          <p:grpSp>
            <p:nvGrpSpPr>
              <p:cNvPr id="463" name="Csoportba foglalás 462">
                <a:extLst>
                  <a:ext uri="{FF2B5EF4-FFF2-40B4-BE49-F238E27FC236}">
                    <a16:creationId xmlns:a16="http://schemas.microsoft.com/office/drawing/2014/main" id="{7209580B-2316-0EF1-1F95-1BDE01623A82}"/>
                  </a:ext>
                </a:extLst>
              </p:cNvPr>
              <p:cNvGrpSpPr/>
              <p:nvPr/>
            </p:nvGrpSpPr>
            <p:grpSpPr>
              <a:xfrm>
                <a:off x="12622877" y="3668734"/>
                <a:ext cx="5819580" cy="883768"/>
                <a:chOff x="12622877" y="3668734"/>
                <a:chExt cx="5819580" cy="883768"/>
              </a:xfrm>
            </p:grpSpPr>
            <p:sp>
              <p:nvSpPr>
                <p:cNvPr id="465" name="Szövegdoboz 464">
                  <a:extLst>
                    <a:ext uri="{FF2B5EF4-FFF2-40B4-BE49-F238E27FC236}">
                      <a16:creationId xmlns:a16="http://schemas.microsoft.com/office/drawing/2014/main" id="{DF7CDFA2-F157-518D-3750-07CB8C645092}"/>
                    </a:ext>
                  </a:extLst>
                </p:cNvPr>
                <p:cNvSpPr txBox="1"/>
                <p:nvPr/>
              </p:nvSpPr>
              <p:spPr>
                <a:xfrm>
                  <a:off x="12622877" y="3668734"/>
                  <a:ext cx="579198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dirty="0">
                      <a:solidFill>
                        <a:schemeClr val="bg1"/>
                      </a:solidFill>
                      <a:latin typeface="Arial Black" panose="020B0A04020102020204" pitchFamily="34" charset="0"/>
                    </a:rPr>
                    <a:t>Tihamér</a:t>
                  </a:r>
                </a:p>
              </p:txBody>
            </p:sp>
            <p:sp>
              <p:nvSpPr>
                <p:cNvPr id="466" name="Szövegdoboz 465">
                  <a:extLst>
                    <a:ext uri="{FF2B5EF4-FFF2-40B4-BE49-F238E27FC236}">
                      <a16:creationId xmlns:a16="http://schemas.microsoft.com/office/drawing/2014/main" id="{9084035E-DB16-8E16-2AB2-80887E54D5FF}"/>
                    </a:ext>
                  </a:extLst>
                </p:cNvPr>
                <p:cNvSpPr txBox="1"/>
                <p:nvPr/>
              </p:nvSpPr>
              <p:spPr>
                <a:xfrm>
                  <a:off x="12650473" y="4183170"/>
                  <a:ext cx="579198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dirty="0">
                      <a:solidFill>
                        <a:schemeClr val="bg1"/>
                      </a:solidFill>
                      <a:latin typeface="Arial Black" panose="020B0A04020102020204" pitchFamily="34" charset="0"/>
                    </a:rPr>
                    <a:t>Levente</a:t>
                  </a:r>
                </a:p>
              </p:txBody>
            </p:sp>
            <p:sp>
              <p:nvSpPr>
                <p:cNvPr id="467" name="Téglalap 466">
                  <a:extLst>
                    <a:ext uri="{FF2B5EF4-FFF2-40B4-BE49-F238E27FC236}">
                      <a16:creationId xmlns:a16="http://schemas.microsoft.com/office/drawing/2014/main" id="{16C83F22-4EF7-9AE8-BDC8-08088D868481}"/>
                    </a:ext>
                  </a:extLst>
                </p:cNvPr>
                <p:cNvSpPr/>
                <p:nvPr/>
              </p:nvSpPr>
              <p:spPr>
                <a:xfrm>
                  <a:off x="13925179" y="3704962"/>
                  <a:ext cx="346609" cy="333104"/>
                </a:xfrm>
                <a:prstGeom prst="rect">
                  <a:avLst/>
                </a:prstGeom>
                <a:solidFill>
                  <a:schemeClr val="tx2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hu-HU"/>
                </a:p>
              </p:txBody>
            </p:sp>
          </p:grpSp>
          <p:sp>
            <p:nvSpPr>
              <p:cNvPr id="464" name="Téglalap 463">
                <a:extLst>
                  <a:ext uri="{FF2B5EF4-FFF2-40B4-BE49-F238E27FC236}">
                    <a16:creationId xmlns:a16="http://schemas.microsoft.com/office/drawing/2014/main" id="{A0D69956-A3D3-567E-8584-15E5D340DAF1}"/>
                  </a:ext>
                </a:extLst>
              </p:cNvPr>
              <p:cNvSpPr/>
              <p:nvPr/>
            </p:nvSpPr>
            <p:spPr>
              <a:xfrm>
                <a:off x="13925179" y="4209835"/>
                <a:ext cx="346609" cy="333104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475" name="Szövegdoboz 474">
            <a:extLst>
              <a:ext uri="{FF2B5EF4-FFF2-40B4-BE49-F238E27FC236}">
                <a16:creationId xmlns:a16="http://schemas.microsoft.com/office/drawing/2014/main" id="{6CC2131D-1519-8908-C0B5-F66D6F4FA5DB}"/>
              </a:ext>
            </a:extLst>
          </p:cNvPr>
          <p:cNvSpPr txBox="1"/>
          <p:nvPr/>
        </p:nvSpPr>
        <p:spPr>
          <a:xfrm>
            <a:off x="12706749" y="4130837"/>
            <a:ext cx="3438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solidFill>
                  <a:schemeClr val="bg1"/>
                </a:solidFill>
                <a:latin typeface="Arial Black" panose="020B0A04020102020204" pitchFamily="34" charset="0"/>
              </a:rPr>
              <a:t>Ai</a:t>
            </a:r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 használat </a:t>
            </a:r>
            <a:r>
              <a:rPr lang="hu-HU" dirty="0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</a:rPr>
              <a:t>30.4%</a:t>
            </a:r>
          </a:p>
        </p:txBody>
      </p:sp>
      <p:sp>
        <p:nvSpPr>
          <p:cNvPr id="477" name="Ellipszis 476">
            <a:extLst>
              <a:ext uri="{FF2B5EF4-FFF2-40B4-BE49-F238E27FC236}">
                <a16:creationId xmlns:a16="http://schemas.microsoft.com/office/drawing/2014/main" id="{EA32A813-9D61-C833-34E3-019322DCC69D}"/>
              </a:ext>
            </a:extLst>
          </p:cNvPr>
          <p:cNvSpPr/>
          <p:nvPr/>
        </p:nvSpPr>
        <p:spPr>
          <a:xfrm>
            <a:off x="16460341" y="2524500"/>
            <a:ext cx="2663901" cy="266390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479" name="Körcikk 478">
            <a:extLst>
              <a:ext uri="{FF2B5EF4-FFF2-40B4-BE49-F238E27FC236}">
                <a16:creationId xmlns:a16="http://schemas.microsoft.com/office/drawing/2014/main" id="{77C692A3-FD11-4CDF-428B-88A071743977}"/>
              </a:ext>
            </a:extLst>
          </p:cNvPr>
          <p:cNvSpPr/>
          <p:nvPr/>
        </p:nvSpPr>
        <p:spPr>
          <a:xfrm>
            <a:off x="16461035" y="2525194"/>
            <a:ext cx="2662512" cy="2662512"/>
          </a:xfrm>
          <a:prstGeom prst="pie">
            <a:avLst>
              <a:gd name="adj1" fmla="val 4260411"/>
              <a:gd name="adj2" fmla="val 1620000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481" name="Szövegdoboz 480">
            <a:extLst>
              <a:ext uri="{FF2B5EF4-FFF2-40B4-BE49-F238E27FC236}">
                <a16:creationId xmlns:a16="http://schemas.microsoft.com/office/drawing/2014/main" id="{5FE9B3B1-634A-1EE7-3571-CCCF57A68E10}"/>
              </a:ext>
            </a:extLst>
          </p:cNvPr>
          <p:cNvSpPr txBox="1"/>
          <p:nvPr/>
        </p:nvSpPr>
        <p:spPr>
          <a:xfrm>
            <a:off x="16716071" y="3834139"/>
            <a:ext cx="1607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55%</a:t>
            </a:r>
          </a:p>
        </p:txBody>
      </p:sp>
      <p:sp>
        <p:nvSpPr>
          <p:cNvPr id="483" name="Szövegdoboz 482">
            <a:extLst>
              <a:ext uri="{FF2B5EF4-FFF2-40B4-BE49-F238E27FC236}">
                <a16:creationId xmlns:a16="http://schemas.microsoft.com/office/drawing/2014/main" id="{F4361DC2-432A-5223-39A4-2C79D683E200}"/>
              </a:ext>
            </a:extLst>
          </p:cNvPr>
          <p:cNvSpPr txBox="1"/>
          <p:nvPr/>
        </p:nvSpPr>
        <p:spPr>
          <a:xfrm>
            <a:off x="18176870" y="3571137"/>
            <a:ext cx="1607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45%</a:t>
            </a:r>
          </a:p>
        </p:txBody>
      </p:sp>
    </p:spTree>
    <p:extLst>
      <p:ext uri="{BB962C8B-B14F-4D97-AF65-F5344CB8AC3E}">
        <p14:creationId xmlns:p14="http://schemas.microsoft.com/office/powerpoint/2010/main" val="814496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BE26B-F9B6-B341-A00C-B2ABBF846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Ábra 5" descr="Könyvjelző egyszínű kitöltéssel">
            <a:extLst>
              <a:ext uri="{FF2B5EF4-FFF2-40B4-BE49-F238E27FC236}">
                <a16:creationId xmlns:a16="http://schemas.microsoft.com/office/drawing/2014/main" id="{2B920D7C-5CFE-6549-DB76-BEDF8AC519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8509" y="-170936"/>
            <a:ext cx="1802859" cy="1802859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C97AC253-6D92-19F3-1D31-39F8D73C4122}"/>
              </a:ext>
            </a:extLst>
          </p:cNvPr>
          <p:cNvSpPr txBox="1"/>
          <p:nvPr/>
        </p:nvSpPr>
        <p:spPr>
          <a:xfrm>
            <a:off x="11104606" y="38784"/>
            <a:ext cx="69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>
                <a:latin typeface="Arial Black" panose="020B0A04020102020204" pitchFamily="34" charset="0"/>
              </a:rPr>
              <a:t>IKT</a:t>
            </a:r>
          </a:p>
        </p:txBody>
      </p:sp>
      <p:pic>
        <p:nvPicPr>
          <p:cNvPr id="10" name="Ábra 9" descr="Értekezlet körvonalas">
            <a:extLst>
              <a:ext uri="{FF2B5EF4-FFF2-40B4-BE49-F238E27FC236}">
                <a16:creationId xmlns:a16="http://schemas.microsoft.com/office/drawing/2014/main" id="{18777941-3BE3-B6A1-9887-3088B8EB45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04606" y="324132"/>
            <a:ext cx="690664" cy="690664"/>
          </a:xfrm>
          <a:prstGeom prst="rect">
            <a:avLst/>
          </a:prstGeom>
        </p:spPr>
      </p:pic>
      <p:sp>
        <p:nvSpPr>
          <p:cNvPr id="13" name="Szövegdoboz 12">
            <a:extLst>
              <a:ext uri="{FF2B5EF4-FFF2-40B4-BE49-F238E27FC236}">
                <a16:creationId xmlns:a16="http://schemas.microsoft.com/office/drawing/2014/main" id="{4E4C3C47-378E-D054-1B16-7CA2980AC956}"/>
              </a:ext>
            </a:extLst>
          </p:cNvPr>
          <p:cNvSpPr txBox="1"/>
          <p:nvPr/>
        </p:nvSpPr>
        <p:spPr>
          <a:xfrm>
            <a:off x="1028700" y="2108200"/>
            <a:ext cx="206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Idő beosztás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59783D6C-5230-0576-0571-693CA14060E3}"/>
              </a:ext>
            </a:extLst>
          </p:cNvPr>
          <p:cNvSpPr txBox="1"/>
          <p:nvPr/>
        </p:nvSpPr>
        <p:spPr>
          <a:xfrm>
            <a:off x="1028700" y="2710378"/>
            <a:ext cx="206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Csapat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68B017F2-08AC-FFD7-A29C-1320A8726D65}"/>
              </a:ext>
            </a:extLst>
          </p:cNvPr>
          <p:cNvSpPr txBox="1"/>
          <p:nvPr/>
        </p:nvSpPr>
        <p:spPr>
          <a:xfrm>
            <a:off x="1028700" y="3312556"/>
            <a:ext cx="206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Feladat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91666D59-A0DF-E133-3A8D-470D7BA4D3F2}"/>
              </a:ext>
            </a:extLst>
          </p:cNvPr>
          <p:cNvSpPr txBox="1"/>
          <p:nvPr/>
        </p:nvSpPr>
        <p:spPr>
          <a:xfrm>
            <a:off x="1028700" y="3914734"/>
            <a:ext cx="206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Összegzés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1FE2F68E-5F87-C0E8-A5BC-D6E95A873A89}"/>
              </a:ext>
            </a:extLst>
          </p:cNvPr>
          <p:cNvSpPr/>
          <p:nvPr/>
        </p:nvSpPr>
        <p:spPr>
          <a:xfrm>
            <a:off x="2962273" y="2275722"/>
            <a:ext cx="443867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D12FDC98-D492-82DA-7ED6-71B844164B8E}"/>
              </a:ext>
            </a:extLst>
          </p:cNvPr>
          <p:cNvSpPr/>
          <p:nvPr/>
        </p:nvSpPr>
        <p:spPr>
          <a:xfrm>
            <a:off x="2962273" y="2861254"/>
            <a:ext cx="443867" cy="45719"/>
          </a:xfrm>
          <a:prstGeom prst="rect">
            <a:avLst/>
          </a:prstGeom>
          <a:solidFill>
            <a:srgbClr val="890F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Téglalap 20">
            <a:extLst>
              <a:ext uri="{FF2B5EF4-FFF2-40B4-BE49-F238E27FC236}">
                <a16:creationId xmlns:a16="http://schemas.microsoft.com/office/drawing/2014/main" id="{ADB6B3F1-E9BB-D0A2-CEF7-6C6E20E678F6}"/>
              </a:ext>
            </a:extLst>
          </p:cNvPr>
          <p:cNvSpPr/>
          <p:nvPr/>
        </p:nvSpPr>
        <p:spPr>
          <a:xfrm>
            <a:off x="2962273" y="3474362"/>
            <a:ext cx="443867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Téglalap 22">
            <a:extLst>
              <a:ext uri="{FF2B5EF4-FFF2-40B4-BE49-F238E27FC236}">
                <a16:creationId xmlns:a16="http://schemas.microsoft.com/office/drawing/2014/main" id="{5D13073D-3255-7069-9B3D-155BC31385F0}"/>
              </a:ext>
            </a:extLst>
          </p:cNvPr>
          <p:cNvSpPr/>
          <p:nvPr/>
        </p:nvSpPr>
        <p:spPr>
          <a:xfrm>
            <a:off x="2962273" y="4076540"/>
            <a:ext cx="1266827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7" name="Szövegdoboz 146">
            <a:extLst>
              <a:ext uri="{FF2B5EF4-FFF2-40B4-BE49-F238E27FC236}">
                <a16:creationId xmlns:a16="http://schemas.microsoft.com/office/drawing/2014/main" id="{80237936-9E4C-0C4B-5D45-BA8CDCA9F2D9}"/>
              </a:ext>
            </a:extLst>
          </p:cNvPr>
          <p:cNvSpPr txBox="1"/>
          <p:nvPr/>
        </p:nvSpPr>
        <p:spPr>
          <a:xfrm>
            <a:off x="12611102" y="3900554"/>
            <a:ext cx="5791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u-HU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94" name="Szövegdoboz 193">
            <a:extLst>
              <a:ext uri="{FF2B5EF4-FFF2-40B4-BE49-F238E27FC236}">
                <a16:creationId xmlns:a16="http://schemas.microsoft.com/office/drawing/2014/main" id="{75679E33-8B41-9B07-90DD-35E2212F81FD}"/>
              </a:ext>
            </a:extLst>
          </p:cNvPr>
          <p:cNvSpPr txBox="1"/>
          <p:nvPr/>
        </p:nvSpPr>
        <p:spPr>
          <a:xfrm>
            <a:off x="16398298" y="3478920"/>
            <a:ext cx="1631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25%</a:t>
            </a:r>
          </a:p>
        </p:txBody>
      </p:sp>
      <p:sp>
        <p:nvSpPr>
          <p:cNvPr id="211" name="Téglalap 210">
            <a:extLst>
              <a:ext uri="{FF2B5EF4-FFF2-40B4-BE49-F238E27FC236}">
                <a16:creationId xmlns:a16="http://schemas.microsoft.com/office/drawing/2014/main" id="{369898ED-BF54-1F52-AFF3-3309573EC308}"/>
              </a:ext>
            </a:extLst>
          </p:cNvPr>
          <p:cNvSpPr/>
          <p:nvPr/>
        </p:nvSpPr>
        <p:spPr>
          <a:xfrm flipV="1">
            <a:off x="5384800" y="982187"/>
            <a:ext cx="3429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3" name="Szövegdoboz 212">
            <a:extLst>
              <a:ext uri="{FF2B5EF4-FFF2-40B4-BE49-F238E27FC236}">
                <a16:creationId xmlns:a16="http://schemas.microsoft.com/office/drawing/2014/main" id="{189E5A33-3A41-33FB-351D-456941C4EED2}"/>
              </a:ext>
            </a:extLst>
          </p:cNvPr>
          <p:cNvSpPr txBox="1"/>
          <p:nvPr/>
        </p:nvSpPr>
        <p:spPr>
          <a:xfrm>
            <a:off x="838200" y="523694"/>
            <a:ext cx="4908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5400" dirty="0">
                <a:solidFill>
                  <a:schemeClr val="bg1"/>
                </a:solidFill>
                <a:latin typeface="Arial Black" panose="020B0A04020102020204" pitchFamily="34" charset="0"/>
              </a:rPr>
              <a:t>TARTALOM</a:t>
            </a:r>
          </a:p>
        </p:txBody>
      </p:sp>
      <p:grpSp>
        <p:nvGrpSpPr>
          <p:cNvPr id="224" name="Csoportba foglalás 223">
            <a:extLst>
              <a:ext uri="{FF2B5EF4-FFF2-40B4-BE49-F238E27FC236}">
                <a16:creationId xmlns:a16="http://schemas.microsoft.com/office/drawing/2014/main" id="{ACD32905-0E72-F096-5702-23551BF7DE58}"/>
              </a:ext>
            </a:extLst>
          </p:cNvPr>
          <p:cNvGrpSpPr/>
          <p:nvPr/>
        </p:nvGrpSpPr>
        <p:grpSpPr>
          <a:xfrm>
            <a:off x="12460788" y="1950422"/>
            <a:ext cx="8820514" cy="3927249"/>
            <a:chOff x="4604044" y="1950423"/>
            <a:chExt cx="8820514" cy="3927249"/>
          </a:xfrm>
        </p:grpSpPr>
        <p:grpSp>
          <p:nvGrpSpPr>
            <p:cNvPr id="225" name="Csoportba foglalás 224">
              <a:extLst>
                <a:ext uri="{FF2B5EF4-FFF2-40B4-BE49-F238E27FC236}">
                  <a16:creationId xmlns:a16="http://schemas.microsoft.com/office/drawing/2014/main" id="{06260376-299B-48CF-4FDA-03030BB905AB}"/>
                </a:ext>
              </a:extLst>
            </p:cNvPr>
            <p:cNvGrpSpPr/>
            <p:nvPr/>
          </p:nvGrpSpPr>
          <p:grpSpPr>
            <a:xfrm>
              <a:off x="4604044" y="1950423"/>
              <a:ext cx="8820514" cy="3927249"/>
              <a:chOff x="4756241" y="2034133"/>
              <a:chExt cx="8820514" cy="3927249"/>
            </a:xfrm>
          </p:grpSpPr>
          <p:sp>
            <p:nvSpPr>
              <p:cNvPr id="232" name="Téglalap 231">
                <a:extLst>
                  <a:ext uri="{FF2B5EF4-FFF2-40B4-BE49-F238E27FC236}">
                    <a16:creationId xmlns:a16="http://schemas.microsoft.com/office/drawing/2014/main" id="{F6A6D10A-E2EF-4C8D-9B0E-7D59B6D34D08}"/>
                  </a:ext>
                </a:extLst>
              </p:cNvPr>
              <p:cNvSpPr/>
              <p:nvPr/>
            </p:nvSpPr>
            <p:spPr>
              <a:xfrm>
                <a:off x="4882698" y="2034133"/>
                <a:ext cx="8694057" cy="3927248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233" name="Szövegdoboz 232">
                <a:extLst>
                  <a:ext uri="{FF2B5EF4-FFF2-40B4-BE49-F238E27FC236}">
                    <a16:creationId xmlns:a16="http://schemas.microsoft.com/office/drawing/2014/main" id="{62634CBA-D184-A778-7F50-98C6B32A985B}"/>
                  </a:ext>
                </a:extLst>
              </p:cNvPr>
              <p:cNvSpPr txBox="1"/>
              <p:nvPr/>
            </p:nvSpPr>
            <p:spPr>
              <a:xfrm>
                <a:off x="4948442" y="2226749"/>
                <a:ext cx="57919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Feladat </a:t>
                </a:r>
                <a:r>
                  <a:rPr lang="hu-HU" dirty="0">
                    <a:solidFill>
                      <a:schemeClr val="bg2">
                        <a:lumMod val="75000"/>
                      </a:schemeClr>
                    </a:solidFill>
                    <a:latin typeface="Arial Black" panose="020B0A04020102020204" pitchFamily="34" charset="0"/>
                  </a:rPr>
                  <a:t>– Kiszállítás &amp; ételrendelő rendszer</a:t>
                </a:r>
              </a:p>
            </p:txBody>
          </p:sp>
          <p:sp>
            <p:nvSpPr>
              <p:cNvPr id="234" name="Téglalap 233">
                <a:extLst>
                  <a:ext uri="{FF2B5EF4-FFF2-40B4-BE49-F238E27FC236}">
                    <a16:creationId xmlns:a16="http://schemas.microsoft.com/office/drawing/2014/main" id="{7C1E1FCB-4916-A968-4389-DC76F64B8BD6}"/>
                  </a:ext>
                </a:extLst>
              </p:cNvPr>
              <p:cNvSpPr/>
              <p:nvPr/>
            </p:nvSpPr>
            <p:spPr>
              <a:xfrm rot="5400000">
                <a:off x="2855845" y="3934529"/>
                <a:ext cx="3927249" cy="12645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226" name="Szövegdoboz 225">
              <a:extLst>
                <a:ext uri="{FF2B5EF4-FFF2-40B4-BE49-F238E27FC236}">
                  <a16:creationId xmlns:a16="http://schemas.microsoft.com/office/drawing/2014/main" id="{DC9A34F8-5889-914B-28FD-FDB6CD923A7B}"/>
                </a:ext>
              </a:extLst>
            </p:cNvPr>
            <p:cNvSpPr txBox="1"/>
            <p:nvPr/>
          </p:nvSpPr>
          <p:spPr>
            <a:xfrm>
              <a:off x="4819794" y="2699447"/>
              <a:ext cx="42518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Web </a:t>
              </a:r>
              <a:r>
                <a:rPr lang="hu-HU" dirty="0">
                  <a:solidFill>
                    <a:schemeClr val="bg2">
                      <a:lumMod val="75000"/>
                    </a:schemeClr>
                  </a:solidFill>
                  <a:latin typeface="Arial Black" panose="020B0A04020102020204" pitchFamily="34" charset="0"/>
                </a:rPr>
                <a:t>– Adminisztrációs felület</a:t>
              </a:r>
            </a:p>
          </p:txBody>
        </p:sp>
        <p:sp>
          <p:nvSpPr>
            <p:cNvPr id="227" name="Szövegdoboz 226">
              <a:extLst>
                <a:ext uri="{FF2B5EF4-FFF2-40B4-BE49-F238E27FC236}">
                  <a16:creationId xmlns:a16="http://schemas.microsoft.com/office/drawing/2014/main" id="{A04F8A3B-450F-83F5-B7A9-4679DF3E3F3F}"/>
                </a:ext>
              </a:extLst>
            </p:cNvPr>
            <p:cNvSpPr txBox="1"/>
            <p:nvPr/>
          </p:nvSpPr>
          <p:spPr>
            <a:xfrm>
              <a:off x="4829675" y="3699042"/>
              <a:ext cx="42518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JS </a:t>
              </a:r>
              <a:r>
                <a:rPr lang="hu-HU" dirty="0" err="1">
                  <a:solidFill>
                    <a:schemeClr val="bg1"/>
                  </a:solidFill>
                  <a:latin typeface="Arial Black" panose="020B0A04020102020204" pitchFamily="34" charset="0"/>
                </a:rPr>
                <a:t>Class</a:t>
              </a:r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 2 db</a:t>
              </a:r>
            </a:p>
          </p:txBody>
        </p:sp>
        <p:sp>
          <p:nvSpPr>
            <p:cNvPr id="228" name="Szövegdoboz 227">
              <a:extLst>
                <a:ext uri="{FF2B5EF4-FFF2-40B4-BE49-F238E27FC236}">
                  <a16:creationId xmlns:a16="http://schemas.microsoft.com/office/drawing/2014/main" id="{233D4763-C262-DC2A-B711-8C73420CAED0}"/>
                </a:ext>
              </a:extLst>
            </p:cNvPr>
            <p:cNvSpPr txBox="1"/>
            <p:nvPr/>
          </p:nvSpPr>
          <p:spPr>
            <a:xfrm>
              <a:off x="4829675" y="4192738"/>
              <a:ext cx="42518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Egységteszt</a:t>
              </a:r>
            </a:p>
          </p:txBody>
        </p:sp>
        <p:sp>
          <p:nvSpPr>
            <p:cNvPr id="229" name="Szövegdoboz 228">
              <a:extLst>
                <a:ext uri="{FF2B5EF4-FFF2-40B4-BE49-F238E27FC236}">
                  <a16:creationId xmlns:a16="http://schemas.microsoft.com/office/drawing/2014/main" id="{A90F398E-ADAF-4D4D-C573-CA443AAC6EEC}"/>
                </a:ext>
              </a:extLst>
            </p:cNvPr>
            <p:cNvSpPr txBox="1"/>
            <p:nvPr/>
          </p:nvSpPr>
          <p:spPr>
            <a:xfrm>
              <a:off x="4829675" y="4686434"/>
              <a:ext cx="42518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 err="1">
                  <a:solidFill>
                    <a:schemeClr val="bg1"/>
                  </a:solidFill>
                  <a:latin typeface="Arial Black" panose="020B0A04020102020204" pitchFamily="34" charset="0"/>
                </a:rPr>
                <a:t>Github</a:t>
              </a:r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 &amp; </a:t>
              </a:r>
              <a:r>
                <a:rPr lang="hu-HU" dirty="0" err="1">
                  <a:solidFill>
                    <a:schemeClr val="bg1"/>
                  </a:solidFill>
                  <a:latin typeface="Arial Black" panose="020B0A04020102020204" pitchFamily="34" charset="0"/>
                </a:rPr>
                <a:t>Trello</a:t>
              </a:r>
              <a:endParaRPr lang="hu-HU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30" name="Szövegdoboz 229">
              <a:extLst>
                <a:ext uri="{FF2B5EF4-FFF2-40B4-BE49-F238E27FC236}">
                  <a16:creationId xmlns:a16="http://schemas.microsoft.com/office/drawing/2014/main" id="{303EE63F-3D3D-944B-0A80-5880ECD330EC}"/>
                </a:ext>
              </a:extLst>
            </p:cNvPr>
            <p:cNvSpPr txBox="1"/>
            <p:nvPr/>
          </p:nvSpPr>
          <p:spPr>
            <a:xfrm>
              <a:off x="4829675" y="3196861"/>
              <a:ext cx="42518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 err="1">
                  <a:solidFill>
                    <a:schemeClr val="bg1"/>
                  </a:solidFill>
                  <a:latin typeface="Arial Black" panose="020B0A04020102020204" pitchFamily="34" charset="0"/>
                </a:rPr>
                <a:t>Figma</a:t>
              </a:r>
              <a:endParaRPr lang="hu-HU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31" name="Szövegdoboz 230">
              <a:extLst>
                <a:ext uri="{FF2B5EF4-FFF2-40B4-BE49-F238E27FC236}">
                  <a16:creationId xmlns:a16="http://schemas.microsoft.com/office/drawing/2014/main" id="{30F5AA6A-B0DA-2797-5229-5EFF259906F5}"/>
                </a:ext>
              </a:extLst>
            </p:cNvPr>
            <p:cNvSpPr txBox="1"/>
            <p:nvPr/>
          </p:nvSpPr>
          <p:spPr>
            <a:xfrm>
              <a:off x="4819794" y="5180130"/>
              <a:ext cx="42518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PPT</a:t>
              </a:r>
            </a:p>
          </p:txBody>
        </p:sp>
      </p:grpSp>
      <p:grpSp>
        <p:nvGrpSpPr>
          <p:cNvPr id="290" name="Csoportba foglalás 289">
            <a:extLst>
              <a:ext uri="{FF2B5EF4-FFF2-40B4-BE49-F238E27FC236}">
                <a16:creationId xmlns:a16="http://schemas.microsoft.com/office/drawing/2014/main" id="{EFFDD3F5-80C0-C7E9-966B-50246E56C0B0}"/>
              </a:ext>
            </a:extLst>
          </p:cNvPr>
          <p:cNvGrpSpPr/>
          <p:nvPr/>
        </p:nvGrpSpPr>
        <p:grpSpPr>
          <a:xfrm>
            <a:off x="4604043" y="1950421"/>
            <a:ext cx="8820514" cy="3927249"/>
            <a:chOff x="4604044" y="1950423"/>
            <a:chExt cx="8820514" cy="3927249"/>
          </a:xfrm>
        </p:grpSpPr>
        <p:grpSp>
          <p:nvGrpSpPr>
            <p:cNvPr id="291" name="Csoportba foglalás 290">
              <a:extLst>
                <a:ext uri="{FF2B5EF4-FFF2-40B4-BE49-F238E27FC236}">
                  <a16:creationId xmlns:a16="http://schemas.microsoft.com/office/drawing/2014/main" id="{7B140040-F313-8C0D-D4B1-7A0F09CA2697}"/>
                </a:ext>
              </a:extLst>
            </p:cNvPr>
            <p:cNvGrpSpPr/>
            <p:nvPr/>
          </p:nvGrpSpPr>
          <p:grpSpPr>
            <a:xfrm>
              <a:off x="4604044" y="1950423"/>
              <a:ext cx="8820514" cy="3927249"/>
              <a:chOff x="4756241" y="2034133"/>
              <a:chExt cx="8820514" cy="3927249"/>
            </a:xfrm>
          </p:grpSpPr>
          <p:sp>
            <p:nvSpPr>
              <p:cNvPr id="303" name="Téglalap 302">
                <a:extLst>
                  <a:ext uri="{FF2B5EF4-FFF2-40B4-BE49-F238E27FC236}">
                    <a16:creationId xmlns:a16="http://schemas.microsoft.com/office/drawing/2014/main" id="{1C0F4315-5CCC-8D8A-E497-02C7D51A572E}"/>
                  </a:ext>
                </a:extLst>
              </p:cNvPr>
              <p:cNvSpPr/>
              <p:nvPr/>
            </p:nvSpPr>
            <p:spPr>
              <a:xfrm>
                <a:off x="4882698" y="2034133"/>
                <a:ext cx="8694057" cy="3927248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304" name="Szövegdoboz 303">
                <a:extLst>
                  <a:ext uri="{FF2B5EF4-FFF2-40B4-BE49-F238E27FC236}">
                    <a16:creationId xmlns:a16="http://schemas.microsoft.com/office/drawing/2014/main" id="{61E4C2EC-F955-1775-8606-959BB1EBCC29}"/>
                  </a:ext>
                </a:extLst>
              </p:cNvPr>
              <p:cNvSpPr txBox="1"/>
              <p:nvPr/>
            </p:nvSpPr>
            <p:spPr>
              <a:xfrm>
                <a:off x="4948442" y="2226749"/>
                <a:ext cx="57919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Összegzés</a:t>
                </a:r>
                <a:endParaRPr lang="hu-HU" dirty="0">
                  <a:solidFill>
                    <a:schemeClr val="bg2">
                      <a:lumMod val="75000"/>
                    </a:schemeClr>
                  </a:solidFill>
                  <a:latin typeface="Arial Black" panose="020B0A04020102020204" pitchFamily="34" charset="0"/>
                </a:endParaRPr>
              </a:p>
            </p:txBody>
          </p:sp>
          <p:sp>
            <p:nvSpPr>
              <p:cNvPr id="305" name="Téglalap 304">
                <a:extLst>
                  <a:ext uri="{FF2B5EF4-FFF2-40B4-BE49-F238E27FC236}">
                    <a16:creationId xmlns:a16="http://schemas.microsoft.com/office/drawing/2014/main" id="{EA0FB3B2-55B9-6D80-0403-2749A0D346A8}"/>
                  </a:ext>
                </a:extLst>
              </p:cNvPr>
              <p:cNvSpPr/>
              <p:nvPr/>
            </p:nvSpPr>
            <p:spPr>
              <a:xfrm rot="5400000">
                <a:off x="2855845" y="3934529"/>
                <a:ext cx="3927249" cy="126457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292" name="Csoportba foglalás 291">
              <a:extLst>
                <a:ext uri="{FF2B5EF4-FFF2-40B4-BE49-F238E27FC236}">
                  <a16:creationId xmlns:a16="http://schemas.microsoft.com/office/drawing/2014/main" id="{5CBA05FC-C21E-A016-533B-3A18B41F3EB4}"/>
                </a:ext>
              </a:extLst>
            </p:cNvPr>
            <p:cNvGrpSpPr/>
            <p:nvPr/>
          </p:nvGrpSpPr>
          <p:grpSpPr>
            <a:xfrm>
              <a:off x="4730500" y="2633908"/>
              <a:ext cx="8694057" cy="2083303"/>
              <a:chOff x="4730501" y="4013947"/>
              <a:chExt cx="8694057" cy="2711700"/>
            </a:xfrm>
          </p:grpSpPr>
          <p:sp>
            <p:nvSpPr>
              <p:cNvPr id="299" name="Téglalap 298">
                <a:extLst>
                  <a:ext uri="{FF2B5EF4-FFF2-40B4-BE49-F238E27FC236}">
                    <a16:creationId xmlns:a16="http://schemas.microsoft.com/office/drawing/2014/main" id="{0BA275EE-D89D-8086-B883-6A95404DB939}"/>
                  </a:ext>
                </a:extLst>
              </p:cNvPr>
              <p:cNvSpPr/>
              <p:nvPr/>
            </p:nvSpPr>
            <p:spPr>
              <a:xfrm>
                <a:off x="4730501" y="4013947"/>
                <a:ext cx="8694057" cy="2711700"/>
              </a:xfrm>
              <a:prstGeom prst="rect">
                <a:avLst/>
              </a:prstGeom>
              <a:solidFill>
                <a:srgbClr val="2121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300" name="Szövegdoboz 299">
                <a:extLst>
                  <a:ext uri="{FF2B5EF4-FFF2-40B4-BE49-F238E27FC236}">
                    <a16:creationId xmlns:a16="http://schemas.microsoft.com/office/drawing/2014/main" id="{6A42228E-56CC-CD61-F2AD-9B97BF461A60}"/>
                  </a:ext>
                </a:extLst>
              </p:cNvPr>
              <p:cNvSpPr txBox="1"/>
              <p:nvPr/>
            </p:nvSpPr>
            <p:spPr>
              <a:xfrm>
                <a:off x="4829362" y="4191068"/>
                <a:ext cx="57919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Feladatok </a:t>
                </a:r>
                <a:r>
                  <a:rPr lang="hu-H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 Black" panose="020B0A04020102020204" pitchFamily="34" charset="0"/>
                  </a:rPr>
                  <a:t>–</a:t>
                </a:r>
                <a:r>
                  <a:rPr lang="hu-HU" dirty="0">
                    <a:solidFill>
                      <a:schemeClr val="bg2">
                        <a:lumMod val="75000"/>
                      </a:schemeClr>
                    </a:solidFill>
                    <a:latin typeface="Arial Black" panose="020B0A04020102020204" pitchFamily="34" charset="0"/>
                  </a:rPr>
                  <a:t> Teljesítve </a:t>
                </a:r>
              </a:p>
            </p:txBody>
          </p:sp>
          <p:sp>
            <p:nvSpPr>
              <p:cNvPr id="301" name="Szövegdoboz 300">
                <a:extLst>
                  <a:ext uri="{FF2B5EF4-FFF2-40B4-BE49-F238E27FC236}">
                    <a16:creationId xmlns:a16="http://schemas.microsoft.com/office/drawing/2014/main" id="{BE872502-D1F6-2C1E-C2F1-FD9147145DAB}"/>
                  </a:ext>
                </a:extLst>
              </p:cNvPr>
              <p:cNvSpPr txBox="1"/>
              <p:nvPr/>
            </p:nvSpPr>
            <p:spPr>
              <a:xfrm>
                <a:off x="4817587" y="5404201"/>
                <a:ext cx="57919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Tapasztalat szerzés</a:t>
                </a:r>
              </a:p>
            </p:txBody>
          </p:sp>
          <p:sp>
            <p:nvSpPr>
              <p:cNvPr id="302" name="Szövegdoboz 301">
                <a:extLst>
                  <a:ext uri="{FF2B5EF4-FFF2-40B4-BE49-F238E27FC236}">
                    <a16:creationId xmlns:a16="http://schemas.microsoft.com/office/drawing/2014/main" id="{F3724785-49E9-5A97-B8F8-9DB70EBE7512}"/>
                  </a:ext>
                </a:extLst>
              </p:cNvPr>
              <p:cNvSpPr txBox="1"/>
              <p:nvPr/>
            </p:nvSpPr>
            <p:spPr>
              <a:xfrm>
                <a:off x="4817587" y="4790302"/>
                <a:ext cx="57919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Gördülékeny munkamenet</a:t>
                </a:r>
              </a:p>
            </p:txBody>
          </p:sp>
        </p:grpSp>
        <p:grpSp>
          <p:nvGrpSpPr>
            <p:cNvPr id="293" name="Csoportba foglalás 292">
              <a:extLst>
                <a:ext uri="{FF2B5EF4-FFF2-40B4-BE49-F238E27FC236}">
                  <a16:creationId xmlns:a16="http://schemas.microsoft.com/office/drawing/2014/main" id="{68559CB3-B45A-CC86-2E68-7233197A9CB8}"/>
                </a:ext>
              </a:extLst>
            </p:cNvPr>
            <p:cNvGrpSpPr/>
            <p:nvPr/>
          </p:nvGrpSpPr>
          <p:grpSpPr>
            <a:xfrm>
              <a:off x="4829361" y="4826088"/>
              <a:ext cx="5819580" cy="883768"/>
              <a:chOff x="12622877" y="3668734"/>
              <a:chExt cx="5819580" cy="883768"/>
            </a:xfrm>
          </p:grpSpPr>
          <p:grpSp>
            <p:nvGrpSpPr>
              <p:cNvPr id="294" name="Csoportba foglalás 293">
                <a:extLst>
                  <a:ext uri="{FF2B5EF4-FFF2-40B4-BE49-F238E27FC236}">
                    <a16:creationId xmlns:a16="http://schemas.microsoft.com/office/drawing/2014/main" id="{52850CD4-FCC2-6303-A507-1B7D13CE86F4}"/>
                  </a:ext>
                </a:extLst>
              </p:cNvPr>
              <p:cNvGrpSpPr/>
              <p:nvPr/>
            </p:nvGrpSpPr>
            <p:grpSpPr>
              <a:xfrm>
                <a:off x="12622877" y="3668734"/>
                <a:ext cx="5819580" cy="883768"/>
                <a:chOff x="12622877" y="3668734"/>
                <a:chExt cx="5819580" cy="883768"/>
              </a:xfrm>
            </p:grpSpPr>
            <p:sp>
              <p:nvSpPr>
                <p:cNvPr id="296" name="Szövegdoboz 295">
                  <a:extLst>
                    <a:ext uri="{FF2B5EF4-FFF2-40B4-BE49-F238E27FC236}">
                      <a16:creationId xmlns:a16="http://schemas.microsoft.com/office/drawing/2014/main" id="{F2FD9510-B9D4-EEB2-AF8A-7C0AD37905F9}"/>
                    </a:ext>
                  </a:extLst>
                </p:cNvPr>
                <p:cNvSpPr txBox="1"/>
                <p:nvPr/>
              </p:nvSpPr>
              <p:spPr>
                <a:xfrm>
                  <a:off x="12622877" y="3668734"/>
                  <a:ext cx="579198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dirty="0">
                      <a:solidFill>
                        <a:schemeClr val="bg1"/>
                      </a:solidFill>
                      <a:latin typeface="Arial Black" panose="020B0A04020102020204" pitchFamily="34" charset="0"/>
                    </a:rPr>
                    <a:t>Tihamér</a:t>
                  </a:r>
                </a:p>
              </p:txBody>
            </p:sp>
            <p:sp>
              <p:nvSpPr>
                <p:cNvPr id="297" name="Szövegdoboz 296">
                  <a:extLst>
                    <a:ext uri="{FF2B5EF4-FFF2-40B4-BE49-F238E27FC236}">
                      <a16:creationId xmlns:a16="http://schemas.microsoft.com/office/drawing/2014/main" id="{E08D90C8-8894-A7BF-1609-4AED8A1E7B99}"/>
                    </a:ext>
                  </a:extLst>
                </p:cNvPr>
                <p:cNvSpPr txBox="1"/>
                <p:nvPr/>
              </p:nvSpPr>
              <p:spPr>
                <a:xfrm>
                  <a:off x="12650473" y="4183170"/>
                  <a:ext cx="579198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dirty="0">
                      <a:solidFill>
                        <a:schemeClr val="bg1"/>
                      </a:solidFill>
                      <a:latin typeface="Arial Black" panose="020B0A04020102020204" pitchFamily="34" charset="0"/>
                    </a:rPr>
                    <a:t>Levente</a:t>
                  </a:r>
                </a:p>
              </p:txBody>
            </p:sp>
            <p:sp>
              <p:nvSpPr>
                <p:cNvPr id="298" name="Téglalap 297">
                  <a:extLst>
                    <a:ext uri="{FF2B5EF4-FFF2-40B4-BE49-F238E27FC236}">
                      <a16:creationId xmlns:a16="http://schemas.microsoft.com/office/drawing/2014/main" id="{7B993C0D-8F15-38D1-3C03-98C48E53009F}"/>
                    </a:ext>
                  </a:extLst>
                </p:cNvPr>
                <p:cNvSpPr/>
                <p:nvPr/>
              </p:nvSpPr>
              <p:spPr>
                <a:xfrm>
                  <a:off x="13925179" y="3704962"/>
                  <a:ext cx="346609" cy="333104"/>
                </a:xfrm>
                <a:prstGeom prst="rect">
                  <a:avLst/>
                </a:prstGeom>
                <a:solidFill>
                  <a:schemeClr val="tx2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hu-HU"/>
                </a:p>
              </p:txBody>
            </p:sp>
          </p:grpSp>
          <p:sp>
            <p:nvSpPr>
              <p:cNvPr id="295" name="Téglalap 294">
                <a:extLst>
                  <a:ext uri="{FF2B5EF4-FFF2-40B4-BE49-F238E27FC236}">
                    <a16:creationId xmlns:a16="http://schemas.microsoft.com/office/drawing/2014/main" id="{32B232C4-E76E-F9B7-2EDE-A51EE53B2175}"/>
                  </a:ext>
                </a:extLst>
              </p:cNvPr>
              <p:cNvSpPr/>
              <p:nvPr/>
            </p:nvSpPr>
            <p:spPr>
              <a:xfrm>
                <a:off x="13925179" y="4209835"/>
                <a:ext cx="346609" cy="333104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306" name="Ellipszis 305">
            <a:extLst>
              <a:ext uri="{FF2B5EF4-FFF2-40B4-BE49-F238E27FC236}">
                <a16:creationId xmlns:a16="http://schemas.microsoft.com/office/drawing/2014/main" id="{08FABEA5-8BBA-E759-6524-DDF793F06B35}"/>
              </a:ext>
            </a:extLst>
          </p:cNvPr>
          <p:cNvSpPr/>
          <p:nvPr/>
        </p:nvSpPr>
        <p:spPr>
          <a:xfrm>
            <a:off x="8558070" y="2538223"/>
            <a:ext cx="2663901" cy="266390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07" name="Körcikk 306">
            <a:extLst>
              <a:ext uri="{FF2B5EF4-FFF2-40B4-BE49-F238E27FC236}">
                <a16:creationId xmlns:a16="http://schemas.microsoft.com/office/drawing/2014/main" id="{959F345A-B12F-1DF8-9C9A-D24E4DCED44F}"/>
              </a:ext>
            </a:extLst>
          </p:cNvPr>
          <p:cNvSpPr/>
          <p:nvPr/>
        </p:nvSpPr>
        <p:spPr>
          <a:xfrm>
            <a:off x="8558764" y="2538917"/>
            <a:ext cx="2662512" cy="2662512"/>
          </a:xfrm>
          <a:prstGeom prst="pie">
            <a:avLst>
              <a:gd name="adj1" fmla="val 4260411"/>
              <a:gd name="adj2" fmla="val 1620000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08" name="Szövegdoboz 307">
            <a:extLst>
              <a:ext uri="{FF2B5EF4-FFF2-40B4-BE49-F238E27FC236}">
                <a16:creationId xmlns:a16="http://schemas.microsoft.com/office/drawing/2014/main" id="{46A2587A-ECD6-BCB1-BFEF-E0DA48CD2B89}"/>
              </a:ext>
            </a:extLst>
          </p:cNvPr>
          <p:cNvSpPr txBox="1"/>
          <p:nvPr/>
        </p:nvSpPr>
        <p:spPr>
          <a:xfrm>
            <a:off x="8813800" y="3847862"/>
            <a:ext cx="1607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55%</a:t>
            </a:r>
          </a:p>
        </p:txBody>
      </p:sp>
      <p:sp>
        <p:nvSpPr>
          <p:cNvPr id="309" name="Szövegdoboz 308">
            <a:extLst>
              <a:ext uri="{FF2B5EF4-FFF2-40B4-BE49-F238E27FC236}">
                <a16:creationId xmlns:a16="http://schemas.microsoft.com/office/drawing/2014/main" id="{1B8597C4-59A6-92E2-74A7-B6AAED0BF79D}"/>
              </a:ext>
            </a:extLst>
          </p:cNvPr>
          <p:cNvSpPr txBox="1"/>
          <p:nvPr/>
        </p:nvSpPr>
        <p:spPr>
          <a:xfrm>
            <a:off x="10274599" y="3584860"/>
            <a:ext cx="1607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45%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53D6E12A-232F-25E4-7913-450A5FB2A585}"/>
              </a:ext>
            </a:extLst>
          </p:cNvPr>
          <p:cNvSpPr txBox="1"/>
          <p:nvPr/>
        </p:nvSpPr>
        <p:spPr>
          <a:xfrm>
            <a:off x="4829360" y="4130838"/>
            <a:ext cx="3438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solidFill>
                  <a:schemeClr val="bg1"/>
                </a:solidFill>
                <a:latin typeface="Arial Black" panose="020B0A04020102020204" pitchFamily="34" charset="0"/>
              </a:rPr>
              <a:t>Ai</a:t>
            </a:r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 használat </a:t>
            </a:r>
            <a:r>
              <a:rPr lang="hu-HU" dirty="0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</a:rPr>
              <a:t>30.4%</a:t>
            </a:r>
          </a:p>
        </p:txBody>
      </p:sp>
      <p:grpSp>
        <p:nvGrpSpPr>
          <p:cNvPr id="28" name="Csoportba foglalás 27">
            <a:extLst>
              <a:ext uri="{FF2B5EF4-FFF2-40B4-BE49-F238E27FC236}">
                <a16:creationId xmlns:a16="http://schemas.microsoft.com/office/drawing/2014/main" id="{168881AD-04F8-3405-D804-34F937EA5728}"/>
              </a:ext>
            </a:extLst>
          </p:cNvPr>
          <p:cNvGrpSpPr/>
          <p:nvPr/>
        </p:nvGrpSpPr>
        <p:grpSpPr>
          <a:xfrm>
            <a:off x="12460788" y="1976960"/>
            <a:ext cx="8820514" cy="3927249"/>
            <a:chOff x="4756241" y="2034133"/>
            <a:chExt cx="8820514" cy="3927249"/>
          </a:xfrm>
        </p:grpSpPr>
        <p:sp>
          <p:nvSpPr>
            <p:cNvPr id="29" name="Téglalap 28">
              <a:extLst>
                <a:ext uri="{FF2B5EF4-FFF2-40B4-BE49-F238E27FC236}">
                  <a16:creationId xmlns:a16="http://schemas.microsoft.com/office/drawing/2014/main" id="{77E6879B-9B35-B467-DC35-171540898DF8}"/>
                </a:ext>
              </a:extLst>
            </p:cNvPr>
            <p:cNvSpPr/>
            <p:nvPr/>
          </p:nvSpPr>
          <p:spPr>
            <a:xfrm>
              <a:off x="4882698" y="2034133"/>
              <a:ext cx="8694057" cy="392724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30" name="Szövegdoboz 29">
              <a:extLst>
                <a:ext uri="{FF2B5EF4-FFF2-40B4-BE49-F238E27FC236}">
                  <a16:creationId xmlns:a16="http://schemas.microsoft.com/office/drawing/2014/main" id="{9EB36720-D764-AD5D-1DDB-0A2B92742D05}"/>
                </a:ext>
              </a:extLst>
            </p:cNvPr>
            <p:cNvSpPr txBox="1"/>
            <p:nvPr/>
          </p:nvSpPr>
          <p:spPr>
            <a:xfrm>
              <a:off x="4948442" y="2226749"/>
              <a:ext cx="5791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Tesztelés</a:t>
              </a:r>
              <a:endParaRPr lang="hu-HU" dirty="0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31" name="Téglalap 30">
              <a:extLst>
                <a:ext uri="{FF2B5EF4-FFF2-40B4-BE49-F238E27FC236}">
                  <a16:creationId xmlns:a16="http://schemas.microsoft.com/office/drawing/2014/main" id="{F5469C4B-7110-5C77-C3ED-57AD2D744237}"/>
                </a:ext>
              </a:extLst>
            </p:cNvPr>
            <p:cNvSpPr/>
            <p:nvPr/>
          </p:nvSpPr>
          <p:spPr>
            <a:xfrm rot="5400000">
              <a:off x="2855845" y="3934529"/>
              <a:ext cx="3927249" cy="12645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32" name="Szövegdoboz 31">
            <a:extLst>
              <a:ext uri="{FF2B5EF4-FFF2-40B4-BE49-F238E27FC236}">
                <a16:creationId xmlns:a16="http://schemas.microsoft.com/office/drawing/2014/main" id="{F802E2CF-654A-2D1D-6649-DD8643327734}"/>
              </a:ext>
            </a:extLst>
          </p:cNvPr>
          <p:cNvSpPr txBox="1"/>
          <p:nvPr/>
        </p:nvSpPr>
        <p:spPr>
          <a:xfrm>
            <a:off x="12929970" y="3264814"/>
            <a:ext cx="5791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- Tihamér</a:t>
            </a:r>
          </a:p>
        </p:txBody>
      </p:sp>
      <p:sp>
        <p:nvSpPr>
          <p:cNvPr id="33" name="Szövegdoboz 32">
            <a:extLst>
              <a:ext uri="{FF2B5EF4-FFF2-40B4-BE49-F238E27FC236}">
                <a16:creationId xmlns:a16="http://schemas.microsoft.com/office/drawing/2014/main" id="{691A5562-681C-77E2-C5D8-29185C1A6C19}"/>
              </a:ext>
            </a:extLst>
          </p:cNvPr>
          <p:cNvSpPr txBox="1"/>
          <p:nvPr/>
        </p:nvSpPr>
        <p:spPr>
          <a:xfrm>
            <a:off x="12951843" y="3779250"/>
            <a:ext cx="5791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- Levente</a:t>
            </a:r>
          </a:p>
        </p:txBody>
      </p:sp>
      <p:sp>
        <p:nvSpPr>
          <p:cNvPr id="34" name="Téglalap 33">
            <a:extLst>
              <a:ext uri="{FF2B5EF4-FFF2-40B4-BE49-F238E27FC236}">
                <a16:creationId xmlns:a16="http://schemas.microsoft.com/office/drawing/2014/main" id="{E8062C08-438D-EB74-3492-6F8EE5DCB9F8}"/>
              </a:ext>
            </a:extLst>
          </p:cNvPr>
          <p:cNvSpPr/>
          <p:nvPr/>
        </p:nvSpPr>
        <p:spPr>
          <a:xfrm>
            <a:off x="14508104" y="3258810"/>
            <a:ext cx="346609" cy="33310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0</a:t>
            </a:r>
          </a:p>
        </p:txBody>
      </p:sp>
      <p:sp>
        <p:nvSpPr>
          <p:cNvPr id="35" name="Téglalap 34">
            <a:extLst>
              <a:ext uri="{FF2B5EF4-FFF2-40B4-BE49-F238E27FC236}">
                <a16:creationId xmlns:a16="http://schemas.microsoft.com/office/drawing/2014/main" id="{4E8E9AC2-BF9A-6761-3D6E-DA801BA01A28}"/>
              </a:ext>
            </a:extLst>
          </p:cNvPr>
          <p:cNvSpPr/>
          <p:nvPr/>
        </p:nvSpPr>
        <p:spPr>
          <a:xfrm>
            <a:off x="14505489" y="3762157"/>
            <a:ext cx="346609" cy="33310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0</a:t>
            </a:r>
          </a:p>
        </p:txBody>
      </p:sp>
      <p:sp>
        <p:nvSpPr>
          <p:cNvPr id="36" name="Szövegdoboz 35">
            <a:extLst>
              <a:ext uri="{FF2B5EF4-FFF2-40B4-BE49-F238E27FC236}">
                <a16:creationId xmlns:a16="http://schemas.microsoft.com/office/drawing/2014/main" id="{977FD10B-1B7E-1CAD-D8C9-5C292ECD95C3}"/>
              </a:ext>
            </a:extLst>
          </p:cNvPr>
          <p:cNvSpPr txBox="1"/>
          <p:nvPr/>
        </p:nvSpPr>
        <p:spPr>
          <a:xfrm>
            <a:off x="12673175" y="2820090"/>
            <a:ext cx="5791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Hibák száma:</a:t>
            </a:r>
            <a:endParaRPr lang="hu-HU" dirty="0">
              <a:solidFill>
                <a:schemeClr val="bg2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121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772C0-DB8A-06D5-E191-A4E5D1C4A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Ábra 5" descr="Könyvjelző egyszínű kitöltéssel">
            <a:extLst>
              <a:ext uri="{FF2B5EF4-FFF2-40B4-BE49-F238E27FC236}">
                <a16:creationId xmlns:a16="http://schemas.microsoft.com/office/drawing/2014/main" id="{511257F1-A81B-B49B-3C28-FC335E14DE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8509" y="-170936"/>
            <a:ext cx="1802859" cy="1802859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0B9985B0-33A0-673D-6AF5-49CED8D7ABF8}"/>
              </a:ext>
            </a:extLst>
          </p:cNvPr>
          <p:cNvSpPr txBox="1"/>
          <p:nvPr/>
        </p:nvSpPr>
        <p:spPr>
          <a:xfrm>
            <a:off x="11104606" y="38784"/>
            <a:ext cx="69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>
                <a:latin typeface="Arial Black" panose="020B0A04020102020204" pitchFamily="34" charset="0"/>
              </a:rPr>
              <a:t>IKT</a:t>
            </a:r>
          </a:p>
        </p:txBody>
      </p:sp>
      <p:pic>
        <p:nvPicPr>
          <p:cNvPr id="10" name="Ábra 9" descr="Értekezlet körvonalas">
            <a:extLst>
              <a:ext uri="{FF2B5EF4-FFF2-40B4-BE49-F238E27FC236}">
                <a16:creationId xmlns:a16="http://schemas.microsoft.com/office/drawing/2014/main" id="{0C7F998A-FBC5-2B94-C267-C59E0AFBB4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04606" y="324132"/>
            <a:ext cx="690664" cy="690664"/>
          </a:xfrm>
          <a:prstGeom prst="rect">
            <a:avLst/>
          </a:prstGeom>
        </p:spPr>
      </p:pic>
      <p:sp>
        <p:nvSpPr>
          <p:cNvPr id="13" name="Szövegdoboz 12">
            <a:extLst>
              <a:ext uri="{FF2B5EF4-FFF2-40B4-BE49-F238E27FC236}">
                <a16:creationId xmlns:a16="http://schemas.microsoft.com/office/drawing/2014/main" id="{3617319C-0CB2-D797-BF97-2CFB7B56E0FA}"/>
              </a:ext>
            </a:extLst>
          </p:cNvPr>
          <p:cNvSpPr txBox="1"/>
          <p:nvPr/>
        </p:nvSpPr>
        <p:spPr>
          <a:xfrm>
            <a:off x="1028700" y="2108200"/>
            <a:ext cx="206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Idő beosztás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A2FE585A-371C-F7E0-28F4-FCA9B49D1903}"/>
              </a:ext>
            </a:extLst>
          </p:cNvPr>
          <p:cNvSpPr txBox="1"/>
          <p:nvPr/>
        </p:nvSpPr>
        <p:spPr>
          <a:xfrm>
            <a:off x="1028700" y="2710378"/>
            <a:ext cx="206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Csapat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B3236FC9-F5B8-671E-054E-7E5D3411D863}"/>
              </a:ext>
            </a:extLst>
          </p:cNvPr>
          <p:cNvSpPr txBox="1"/>
          <p:nvPr/>
        </p:nvSpPr>
        <p:spPr>
          <a:xfrm>
            <a:off x="1028700" y="3312556"/>
            <a:ext cx="206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Feladat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D2986D2B-91F6-3062-0B61-73CAE3634C4C}"/>
              </a:ext>
            </a:extLst>
          </p:cNvPr>
          <p:cNvSpPr txBox="1"/>
          <p:nvPr/>
        </p:nvSpPr>
        <p:spPr>
          <a:xfrm>
            <a:off x="1028700" y="3914734"/>
            <a:ext cx="206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Összegzés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45B50508-82AE-AD72-905D-03EE4F5C0977}"/>
              </a:ext>
            </a:extLst>
          </p:cNvPr>
          <p:cNvSpPr/>
          <p:nvPr/>
        </p:nvSpPr>
        <p:spPr>
          <a:xfrm>
            <a:off x="2962273" y="2275722"/>
            <a:ext cx="443867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7F1B8CCA-DC98-8669-2B37-3C6817D6F8C8}"/>
              </a:ext>
            </a:extLst>
          </p:cNvPr>
          <p:cNvSpPr/>
          <p:nvPr/>
        </p:nvSpPr>
        <p:spPr>
          <a:xfrm>
            <a:off x="2962273" y="2861254"/>
            <a:ext cx="443867" cy="45719"/>
          </a:xfrm>
          <a:prstGeom prst="rect">
            <a:avLst/>
          </a:prstGeom>
          <a:solidFill>
            <a:srgbClr val="890F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Téglalap 20">
            <a:extLst>
              <a:ext uri="{FF2B5EF4-FFF2-40B4-BE49-F238E27FC236}">
                <a16:creationId xmlns:a16="http://schemas.microsoft.com/office/drawing/2014/main" id="{740AA523-4AD6-9B25-8831-4DDB42B0505D}"/>
              </a:ext>
            </a:extLst>
          </p:cNvPr>
          <p:cNvSpPr/>
          <p:nvPr/>
        </p:nvSpPr>
        <p:spPr>
          <a:xfrm>
            <a:off x="2962273" y="3474362"/>
            <a:ext cx="443867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Téglalap 22">
            <a:extLst>
              <a:ext uri="{FF2B5EF4-FFF2-40B4-BE49-F238E27FC236}">
                <a16:creationId xmlns:a16="http://schemas.microsoft.com/office/drawing/2014/main" id="{6D41669A-78A8-06D0-3E5D-2FA408E32A53}"/>
              </a:ext>
            </a:extLst>
          </p:cNvPr>
          <p:cNvSpPr/>
          <p:nvPr/>
        </p:nvSpPr>
        <p:spPr>
          <a:xfrm>
            <a:off x="2962273" y="4076540"/>
            <a:ext cx="1266827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7" name="Szövegdoboz 146">
            <a:extLst>
              <a:ext uri="{FF2B5EF4-FFF2-40B4-BE49-F238E27FC236}">
                <a16:creationId xmlns:a16="http://schemas.microsoft.com/office/drawing/2014/main" id="{BEB2CF2A-F7A7-30A6-0D32-46887828146F}"/>
              </a:ext>
            </a:extLst>
          </p:cNvPr>
          <p:cNvSpPr txBox="1"/>
          <p:nvPr/>
        </p:nvSpPr>
        <p:spPr>
          <a:xfrm>
            <a:off x="12611102" y="3900554"/>
            <a:ext cx="5791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u-HU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94" name="Szövegdoboz 193">
            <a:extLst>
              <a:ext uri="{FF2B5EF4-FFF2-40B4-BE49-F238E27FC236}">
                <a16:creationId xmlns:a16="http://schemas.microsoft.com/office/drawing/2014/main" id="{B2F4B76F-3A8C-932B-C9A9-A1766D1138B7}"/>
              </a:ext>
            </a:extLst>
          </p:cNvPr>
          <p:cNvSpPr txBox="1"/>
          <p:nvPr/>
        </p:nvSpPr>
        <p:spPr>
          <a:xfrm>
            <a:off x="16398298" y="3478920"/>
            <a:ext cx="1631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25%</a:t>
            </a:r>
          </a:p>
        </p:txBody>
      </p:sp>
      <p:sp>
        <p:nvSpPr>
          <p:cNvPr id="211" name="Téglalap 210">
            <a:extLst>
              <a:ext uri="{FF2B5EF4-FFF2-40B4-BE49-F238E27FC236}">
                <a16:creationId xmlns:a16="http://schemas.microsoft.com/office/drawing/2014/main" id="{A93FB301-3BC5-B2B1-AB1D-83C5B6864A9A}"/>
              </a:ext>
            </a:extLst>
          </p:cNvPr>
          <p:cNvSpPr/>
          <p:nvPr/>
        </p:nvSpPr>
        <p:spPr>
          <a:xfrm flipV="1">
            <a:off x="5384800" y="982187"/>
            <a:ext cx="3429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3" name="Szövegdoboz 212">
            <a:extLst>
              <a:ext uri="{FF2B5EF4-FFF2-40B4-BE49-F238E27FC236}">
                <a16:creationId xmlns:a16="http://schemas.microsoft.com/office/drawing/2014/main" id="{8F7ED58E-FF7C-9F89-8D7B-7CC4A2214C1A}"/>
              </a:ext>
            </a:extLst>
          </p:cNvPr>
          <p:cNvSpPr txBox="1"/>
          <p:nvPr/>
        </p:nvSpPr>
        <p:spPr>
          <a:xfrm>
            <a:off x="838200" y="523694"/>
            <a:ext cx="4908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5400" dirty="0">
                <a:solidFill>
                  <a:schemeClr val="bg1"/>
                </a:solidFill>
                <a:latin typeface="Arial Black" panose="020B0A04020102020204" pitchFamily="34" charset="0"/>
              </a:rPr>
              <a:t>TARTALOM</a:t>
            </a:r>
          </a:p>
        </p:txBody>
      </p:sp>
      <p:grpSp>
        <p:nvGrpSpPr>
          <p:cNvPr id="224" name="Csoportba foglalás 223">
            <a:extLst>
              <a:ext uri="{FF2B5EF4-FFF2-40B4-BE49-F238E27FC236}">
                <a16:creationId xmlns:a16="http://schemas.microsoft.com/office/drawing/2014/main" id="{80D8435F-D298-8BD3-F6DE-67C0E53697B3}"/>
              </a:ext>
            </a:extLst>
          </p:cNvPr>
          <p:cNvGrpSpPr/>
          <p:nvPr/>
        </p:nvGrpSpPr>
        <p:grpSpPr>
          <a:xfrm>
            <a:off x="12460788" y="1950422"/>
            <a:ext cx="8820514" cy="3927249"/>
            <a:chOff x="4604044" y="1950423"/>
            <a:chExt cx="8820514" cy="3927249"/>
          </a:xfrm>
        </p:grpSpPr>
        <p:grpSp>
          <p:nvGrpSpPr>
            <p:cNvPr id="225" name="Csoportba foglalás 224">
              <a:extLst>
                <a:ext uri="{FF2B5EF4-FFF2-40B4-BE49-F238E27FC236}">
                  <a16:creationId xmlns:a16="http://schemas.microsoft.com/office/drawing/2014/main" id="{1D097DDB-877A-8179-D5CC-0ED5A434336D}"/>
                </a:ext>
              </a:extLst>
            </p:cNvPr>
            <p:cNvGrpSpPr/>
            <p:nvPr/>
          </p:nvGrpSpPr>
          <p:grpSpPr>
            <a:xfrm>
              <a:off x="4604044" y="1950423"/>
              <a:ext cx="8820514" cy="3927249"/>
              <a:chOff x="4756241" y="2034133"/>
              <a:chExt cx="8820514" cy="3927249"/>
            </a:xfrm>
          </p:grpSpPr>
          <p:sp>
            <p:nvSpPr>
              <p:cNvPr id="232" name="Téglalap 231">
                <a:extLst>
                  <a:ext uri="{FF2B5EF4-FFF2-40B4-BE49-F238E27FC236}">
                    <a16:creationId xmlns:a16="http://schemas.microsoft.com/office/drawing/2014/main" id="{2EB10BC6-D3D3-C57A-4769-F52040ED4C9D}"/>
                  </a:ext>
                </a:extLst>
              </p:cNvPr>
              <p:cNvSpPr/>
              <p:nvPr/>
            </p:nvSpPr>
            <p:spPr>
              <a:xfrm>
                <a:off x="4882698" y="2034133"/>
                <a:ext cx="8694057" cy="3927248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233" name="Szövegdoboz 232">
                <a:extLst>
                  <a:ext uri="{FF2B5EF4-FFF2-40B4-BE49-F238E27FC236}">
                    <a16:creationId xmlns:a16="http://schemas.microsoft.com/office/drawing/2014/main" id="{043518FC-426F-E20A-9495-11DAE7E5C71E}"/>
                  </a:ext>
                </a:extLst>
              </p:cNvPr>
              <p:cNvSpPr txBox="1"/>
              <p:nvPr/>
            </p:nvSpPr>
            <p:spPr>
              <a:xfrm>
                <a:off x="4948442" y="2226749"/>
                <a:ext cx="57919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Feladat </a:t>
                </a:r>
                <a:r>
                  <a:rPr lang="hu-HU" dirty="0">
                    <a:solidFill>
                      <a:schemeClr val="bg2">
                        <a:lumMod val="75000"/>
                      </a:schemeClr>
                    </a:solidFill>
                    <a:latin typeface="Arial Black" panose="020B0A04020102020204" pitchFamily="34" charset="0"/>
                  </a:rPr>
                  <a:t>– Kiszállítás &amp; ételrendelő rendszer</a:t>
                </a:r>
              </a:p>
            </p:txBody>
          </p:sp>
          <p:sp>
            <p:nvSpPr>
              <p:cNvPr id="234" name="Téglalap 233">
                <a:extLst>
                  <a:ext uri="{FF2B5EF4-FFF2-40B4-BE49-F238E27FC236}">
                    <a16:creationId xmlns:a16="http://schemas.microsoft.com/office/drawing/2014/main" id="{20B1C294-99EE-B8DF-6F9A-8E1EF948C48C}"/>
                  </a:ext>
                </a:extLst>
              </p:cNvPr>
              <p:cNvSpPr/>
              <p:nvPr/>
            </p:nvSpPr>
            <p:spPr>
              <a:xfrm rot="5400000">
                <a:off x="2855845" y="3934529"/>
                <a:ext cx="3927249" cy="12645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226" name="Szövegdoboz 225">
              <a:extLst>
                <a:ext uri="{FF2B5EF4-FFF2-40B4-BE49-F238E27FC236}">
                  <a16:creationId xmlns:a16="http://schemas.microsoft.com/office/drawing/2014/main" id="{D68645CC-F4E5-DB65-AEEC-A5E83E4AB7EC}"/>
                </a:ext>
              </a:extLst>
            </p:cNvPr>
            <p:cNvSpPr txBox="1"/>
            <p:nvPr/>
          </p:nvSpPr>
          <p:spPr>
            <a:xfrm>
              <a:off x="4819794" y="2699447"/>
              <a:ext cx="42518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Web </a:t>
              </a:r>
              <a:r>
                <a:rPr lang="hu-HU" dirty="0">
                  <a:solidFill>
                    <a:schemeClr val="bg2">
                      <a:lumMod val="75000"/>
                    </a:schemeClr>
                  </a:solidFill>
                  <a:latin typeface="Arial Black" panose="020B0A04020102020204" pitchFamily="34" charset="0"/>
                </a:rPr>
                <a:t>– Adminisztrációs felület</a:t>
              </a:r>
            </a:p>
          </p:txBody>
        </p:sp>
        <p:sp>
          <p:nvSpPr>
            <p:cNvPr id="227" name="Szövegdoboz 226">
              <a:extLst>
                <a:ext uri="{FF2B5EF4-FFF2-40B4-BE49-F238E27FC236}">
                  <a16:creationId xmlns:a16="http://schemas.microsoft.com/office/drawing/2014/main" id="{D268AEC4-9F74-3338-4355-B09A2A58A139}"/>
                </a:ext>
              </a:extLst>
            </p:cNvPr>
            <p:cNvSpPr txBox="1"/>
            <p:nvPr/>
          </p:nvSpPr>
          <p:spPr>
            <a:xfrm>
              <a:off x="4829675" y="3699042"/>
              <a:ext cx="42518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JS </a:t>
              </a:r>
              <a:r>
                <a:rPr lang="hu-HU" dirty="0" err="1">
                  <a:solidFill>
                    <a:schemeClr val="bg1"/>
                  </a:solidFill>
                  <a:latin typeface="Arial Black" panose="020B0A04020102020204" pitchFamily="34" charset="0"/>
                </a:rPr>
                <a:t>Class</a:t>
              </a:r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 2 db</a:t>
              </a:r>
            </a:p>
          </p:txBody>
        </p:sp>
        <p:sp>
          <p:nvSpPr>
            <p:cNvPr id="228" name="Szövegdoboz 227">
              <a:extLst>
                <a:ext uri="{FF2B5EF4-FFF2-40B4-BE49-F238E27FC236}">
                  <a16:creationId xmlns:a16="http://schemas.microsoft.com/office/drawing/2014/main" id="{251B43D3-3F0B-9FD9-765B-8DF102762859}"/>
                </a:ext>
              </a:extLst>
            </p:cNvPr>
            <p:cNvSpPr txBox="1"/>
            <p:nvPr/>
          </p:nvSpPr>
          <p:spPr>
            <a:xfrm>
              <a:off x="4829675" y="4192738"/>
              <a:ext cx="42518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Egységteszt</a:t>
              </a:r>
            </a:p>
          </p:txBody>
        </p:sp>
        <p:sp>
          <p:nvSpPr>
            <p:cNvPr id="229" name="Szövegdoboz 228">
              <a:extLst>
                <a:ext uri="{FF2B5EF4-FFF2-40B4-BE49-F238E27FC236}">
                  <a16:creationId xmlns:a16="http://schemas.microsoft.com/office/drawing/2014/main" id="{7D990796-3B97-DF07-4A06-072DF7F5C850}"/>
                </a:ext>
              </a:extLst>
            </p:cNvPr>
            <p:cNvSpPr txBox="1"/>
            <p:nvPr/>
          </p:nvSpPr>
          <p:spPr>
            <a:xfrm>
              <a:off x="4829675" y="4686434"/>
              <a:ext cx="42518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 err="1">
                  <a:solidFill>
                    <a:schemeClr val="bg1"/>
                  </a:solidFill>
                  <a:latin typeface="Arial Black" panose="020B0A04020102020204" pitchFamily="34" charset="0"/>
                </a:rPr>
                <a:t>Github</a:t>
              </a:r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 &amp; </a:t>
              </a:r>
              <a:r>
                <a:rPr lang="hu-HU" dirty="0" err="1">
                  <a:solidFill>
                    <a:schemeClr val="bg1"/>
                  </a:solidFill>
                  <a:latin typeface="Arial Black" panose="020B0A04020102020204" pitchFamily="34" charset="0"/>
                </a:rPr>
                <a:t>Trello</a:t>
              </a:r>
              <a:endParaRPr lang="hu-HU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30" name="Szövegdoboz 229">
              <a:extLst>
                <a:ext uri="{FF2B5EF4-FFF2-40B4-BE49-F238E27FC236}">
                  <a16:creationId xmlns:a16="http://schemas.microsoft.com/office/drawing/2014/main" id="{4DDE71A2-A95A-7588-7F1F-535209610F42}"/>
                </a:ext>
              </a:extLst>
            </p:cNvPr>
            <p:cNvSpPr txBox="1"/>
            <p:nvPr/>
          </p:nvSpPr>
          <p:spPr>
            <a:xfrm>
              <a:off x="4829675" y="3196861"/>
              <a:ext cx="42518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 err="1">
                  <a:solidFill>
                    <a:schemeClr val="bg1"/>
                  </a:solidFill>
                  <a:latin typeface="Arial Black" panose="020B0A04020102020204" pitchFamily="34" charset="0"/>
                </a:rPr>
                <a:t>Figma</a:t>
              </a:r>
              <a:endParaRPr lang="hu-HU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31" name="Szövegdoboz 230">
              <a:extLst>
                <a:ext uri="{FF2B5EF4-FFF2-40B4-BE49-F238E27FC236}">
                  <a16:creationId xmlns:a16="http://schemas.microsoft.com/office/drawing/2014/main" id="{B8CE5F47-9B84-27EB-55C5-D3534C9C4B7B}"/>
                </a:ext>
              </a:extLst>
            </p:cNvPr>
            <p:cNvSpPr txBox="1"/>
            <p:nvPr/>
          </p:nvSpPr>
          <p:spPr>
            <a:xfrm>
              <a:off x="4819794" y="5180130"/>
              <a:ext cx="42518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PPT</a:t>
              </a:r>
            </a:p>
          </p:txBody>
        </p:sp>
      </p:grpSp>
      <p:grpSp>
        <p:nvGrpSpPr>
          <p:cNvPr id="290" name="Csoportba foglalás 289">
            <a:extLst>
              <a:ext uri="{FF2B5EF4-FFF2-40B4-BE49-F238E27FC236}">
                <a16:creationId xmlns:a16="http://schemas.microsoft.com/office/drawing/2014/main" id="{E7902193-8FDD-1804-92AE-A44D098FAD4B}"/>
              </a:ext>
            </a:extLst>
          </p:cNvPr>
          <p:cNvGrpSpPr/>
          <p:nvPr/>
        </p:nvGrpSpPr>
        <p:grpSpPr>
          <a:xfrm>
            <a:off x="4604043" y="1950421"/>
            <a:ext cx="8820514" cy="3927249"/>
            <a:chOff x="4604044" y="1950423"/>
            <a:chExt cx="8820514" cy="3927249"/>
          </a:xfrm>
        </p:grpSpPr>
        <p:grpSp>
          <p:nvGrpSpPr>
            <p:cNvPr id="291" name="Csoportba foglalás 290">
              <a:extLst>
                <a:ext uri="{FF2B5EF4-FFF2-40B4-BE49-F238E27FC236}">
                  <a16:creationId xmlns:a16="http://schemas.microsoft.com/office/drawing/2014/main" id="{E4E8F37D-CF5A-0ACC-B5CF-62EED068EFC1}"/>
                </a:ext>
              </a:extLst>
            </p:cNvPr>
            <p:cNvGrpSpPr/>
            <p:nvPr/>
          </p:nvGrpSpPr>
          <p:grpSpPr>
            <a:xfrm>
              <a:off x="4604044" y="1950423"/>
              <a:ext cx="8820514" cy="3927249"/>
              <a:chOff x="4756241" y="2034133"/>
              <a:chExt cx="8820514" cy="3927249"/>
            </a:xfrm>
          </p:grpSpPr>
          <p:sp>
            <p:nvSpPr>
              <p:cNvPr id="303" name="Téglalap 302">
                <a:extLst>
                  <a:ext uri="{FF2B5EF4-FFF2-40B4-BE49-F238E27FC236}">
                    <a16:creationId xmlns:a16="http://schemas.microsoft.com/office/drawing/2014/main" id="{852BC7E4-32C4-AEEB-F96F-0D4EBFE5D00B}"/>
                  </a:ext>
                </a:extLst>
              </p:cNvPr>
              <p:cNvSpPr/>
              <p:nvPr/>
            </p:nvSpPr>
            <p:spPr>
              <a:xfrm>
                <a:off x="4882698" y="2034133"/>
                <a:ext cx="8694057" cy="3927248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304" name="Szövegdoboz 303">
                <a:extLst>
                  <a:ext uri="{FF2B5EF4-FFF2-40B4-BE49-F238E27FC236}">
                    <a16:creationId xmlns:a16="http://schemas.microsoft.com/office/drawing/2014/main" id="{540EFD6E-DEAD-1562-79E9-4738F66986F2}"/>
                  </a:ext>
                </a:extLst>
              </p:cNvPr>
              <p:cNvSpPr txBox="1"/>
              <p:nvPr/>
            </p:nvSpPr>
            <p:spPr>
              <a:xfrm>
                <a:off x="4948442" y="2226749"/>
                <a:ext cx="57919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Összegzés</a:t>
                </a:r>
                <a:endParaRPr lang="hu-HU" dirty="0">
                  <a:solidFill>
                    <a:schemeClr val="bg2">
                      <a:lumMod val="75000"/>
                    </a:schemeClr>
                  </a:solidFill>
                  <a:latin typeface="Arial Black" panose="020B0A04020102020204" pitchFamily="34" charset="0"/>
                </a:endParaRPr>
              </a:p>
            </p:txBody>
          </p:sp>
          <p:sp>
            <p:nvSpPr>
              <p:cNvPr id="305" name="Téglalap 304">
                <a:extLst>
                  <a:ext uri="{FF2B5EF4-FFF2-40B4-BE49-F238E27FC236}">
                    <a16:creationId xmlns:a16="http://schemas.microsoft.com/office/drawing/2014/main" id="{7BCCE4D2-9BDB-8F30-3CE6-43C08EF93C0D}"/>
                  </a:ext>
                </a:extLst>
              </p:cNvPr>
              <p:cNvSpPr/>
              <p:nvPr/>
            </p:nvSpPr>
            <p:spPr>
              <a:xfrm rot="5400000">
                <a:off x="2855845" y="3934529"/>
                <a:ext cx="3927249" cy="126457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292" name="Csoportba foglalás 291">
              <a:extLst>
                <a:ext uri="{FF2B5EF4-FFF2-40B4-BE49-F238E27FC236}">
                  <a16:creationId xmlns:a16="http://schemas.microsoft.com/office/drawing/2014/main" id="{F905DFEF-9934-9DA0-3335-75264EFE53AB}"/>
                </a:ext>
              </a:extLst>
            </p:cNvPr>
            <p:cNvGrpSpPr/>
            <p:nvPr/>
          </p:nvGrpSpPr>
          <p:grpSpPr>
            <a:xfrm>
              <a:off x="4730500" y="2633908"/>
              <a:ext cx="8694057" cy="2083303"/>
              <a:chOff x="4730501" y="4013947"/>
              <a:chExt cx="8694057" cy="2711700"/>
            </a:xfrm>
          </p:grpSpPr>
          <p:sp>
            <p:nvSpPr>
              <p:cNvPr id="299" name="Téglalap 298">
                <a:extLst>
                  <a:ext uri="{FF2B5EF4-FFF2-40B4-BE49-F238E27FC236}">
                    <a16:creationId xmlns:a16="http://schemas.microsoft.com/office/drawing/2014/main" id="{9B1148BE-E6BE-440F-DB84-9A24573CF2CA}"/>
                  </a:ext>
                </a:extLst>
              </p:cNvPr>
              <p:cNvSpPr/>
              <p:nvPr/>
            </p:nvSpPr>
            <p:spPr>
              <a:xfrm>
                <a:off x="4730501" y="4013947"/>
                <a:ext cx="8694057" cy="2711700"/>
              </a:xfrm>
              <a:prstGeom prst="rect">
                <a:avLst/>
              </a:prstGeom>
              <a:solidFill>
                <a:srgbClr val="2121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300" name="Szövegdoboz 299">
                <a:extLst>
                  <a:ext uri="{FF2B5EF4-FFF2-40B4-BE49-F238E27FC236}">
                    <a16:creationId xmlns:a16="http://schemas.microsoft.com/office/drawing/2014/main" id="{E2D0E29A-7465-80DE-A9D8-BEC18F8CB0AE}"/>
                  </a:ext>
                </a:extLst>
              </p:cNvPr>
              <p:cNvSpPr txBox="1"/>
              <p:nvPr/>
            </p:nvSpPr>
            <p:spPr>
              <a:xfrm>
                <a:off x="4829362" y="4191068"/>
                <a:ext cx="57919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Feladatok </a:t>
                </a:r>
                <a:r>
                  <a:rPr lang="hu-H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 Black" panose="020B0A04020102020204" pitchFamily="34" charset="0"/>
                  </a:rPr>
                  <a:t>–</a:t>
                </a:r>
                <a:r>
                  <a:rPr lang="hu-HU" dirty="0">
                    <a:solidFill>
                      <a:schemeClr val="bg2">
                        <a:lumMod val="75000"/>
                      </a:schemeClr>
                    </a:solidFill>
                    <a:latin typeface="Arial Black" panose="020B0A04020102020204" pitchFamily="34" charset="0"/>
                  </a:rPr>
                  <a:t> Teljesítve </a:t>
                </a:r>
              </a:p>
            </p:txBody>
          </p:sp>
          <p:sp>
            <p:nvSpPr>
              <p:cNvPr id="301" name="Szövegdoboz 300">
                <a:extLst>
                  <a:ext uri="{FF2B5EF4-FFF2-40B4-BE49-F238E27FC236}">
                    <a16:creationId xmlns:a16="http://schemas.microsoft.com/office/drawing/2014/main" id="{91AE3960-3CB5-E46E-4D0D-9676CE04AE3F}"/>
                  </a:ext>
                </a:extLst>
              </p:cNvPr>
              <p:cNvSpPr txBox="1"/>
              <p:nvPr/>
            </p:nvSpPr>
            <p:spPr>
              <a:xfrm>
                <a:off x="4817587" y="5404201"/>
                <a:ext cx="57919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Tapasztalat szerzés</a:t>
                </a:r>
              </a:p>
            </p:txBody>
          </p:sp>
          <p:sp>
            <p:nvSpPr>
              <p:cNvPr id="302" name="Szövegdoboz 301">
                <a:extLst>
                  <a:ext uri="{FF2B5EF4-FFF2-40B4-BE49-F238E27FC236}">
                    <a16:creationId xmlns:a16="http://schemas.microsoft.com/office/drawing/2014/main" id="{07498C11-CCE9-0038-68C9-E878698A320E}"/>
                  </a:ext>
                </a:extLst>
              </p:cNvPr>
              <p:cNvSpPr txBox="1"/>
              <p:nvPr/>
            </p:nvSpPr>
            <p:spPr>
              <a:xfrm>
                <a:off x="4817587" y="4790302"/>
                <a:ext cx="57919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Gördülékeny munkamenet</a:t>
                </a:r>
              </a:p>
            </p:txBody>
          </p:sp>
        </p:grpSp>
        <p:grpSp>
          <p:nvGrpSpPr>
            <p:cNvPr id="293" name="Csoportba foglalás 292">
              <a:extLst>
                <a:ext uri="{FF2B5EF4-FFF2-40B4-BE49-F238E27FC236}">
                  <a16:creationId xmlns:a16="http://schemas.microsoft.com/office/drawing/2014/main" id="{13112A9E-93B7-6E16-86F9-362478DE5026}"/>
                </a:ext>
              </a:extLst>
            </p:cNvPr>
            <p:cNvGrpSpPr/>
            <p:nvPr/>
          </p:nvGrpSpPr>
          <p:grpSpPr>
            <a:xfrm>
              <a:off x="4829361" y="4826088"/>
              <a:ext cx="5819580" cy="883768"/>
              <a:chOff x="12622877" y="3668734"/>
              <a:chExt cx="5819580" cy="883768"/>
            </a:xfrm>
          </p:grpSpPr>
          <p:grpSp>
            <p:nvGrpSpPr>
              <p:cNvPr id="294" name="Csoportba foglalás 293">
                <a:extLst>
                  <a:ext uri="{FF2B5EF4-FFF2-40B4-BE49-F238E27FC236}">
                    <a16:creationId xmlns:a16="http://schemas.microsoft.com/office/drawing/2014/main" id="{4E0B55CC-E61D-E4AB-E90A-5E61D2140770}"/>
                  </a:ext>
                </a:extLst>
              </p:cNvPr>
              <p:cNvGrpSpPr/>
              <p:nvPr/>
            </p:nvGrpSpPr>
            <p:grpSpPr>
              <a:xfrm>
                <a:off x="12622877" y="3668734"/>
                <a:ext cx="5819580" cy="883768"/>
                <a:chOff x="12622877" y="3668734"/>
                <a:chExt cx="5819580" cy="883768"/>
              </a:xfrm>
            </p:grpSpPr>
            <p:sp>
              <p:nvSpPr>
                <p:cNvPr id="296" name="Szövegdoboz 295">
                  <a:extLst>
                    <a:ext uri="{FF2B5EF4-FFF2-40B4-BE49-F238E27FC236}">
                      <a16:creationId xmlns:a16="http://schemas.microsoft.com/office/drawing/2014/main" id="{DB9649D0-3761-4E73-157F-320500B9E498}"/>
                    </a:ext>
                  </a:extLst>
                </p:cNvPr>
                <p:cNvSpPr txBox="1"/>
                <p:nvPr/>
              </p:nvSpPr>
              <p:spPr>
                <a:xfrm>
                  <a:off x="12622877" y="3668734"/>
                  <a:ext cx="579198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dirty="0">
                      <a:solidFill>
                        <a:schemeClr val="bg1"/>
                      </a:solidFill>
                      <a:latin typeface="Arial Black" panose="020B0A04020102020204" pitchFamily="34" charset="0"/>
                    </a:rPr>
                    <a:t>Tihamér</a:t>
                  </a:r>
                </a:p>
              </p:txBody>
            </p:sp>
            <p:sp>
              <p:nvSpPr>
                <p:cNvPr id="297" name="Szövegdoboz 296">
                  <a:extLst>
                    <a:ext uri="{FF2B5EF4-FFF2-40B4-BE49-F238E27FC236}">
                      <a16:creationId xmlns:a16="http://schemas.microsoft.com/office/drawing/2014/main" id="{605E7D91-AE6C-A7EA-0D7D-CC709BC83669}"/>
                    </a:ext>
                  </a:extLst>
                </p:cNvPr>
                <p:cNvSpPr txBox="1"/>
                <p:nvPr/>
              </p:nvSpPr>
              <p:spPr>
                <a:xfrm>
                  <a:off x="12650473" y="4183170"/>
                  <a:ext cx="579198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dirty="0">
                      <a:solidFill>
                        <a:schemeClr val="bg1"/>
                      </a:solidFill>
                      <a:latin typeface="Arial Black" panose="020B0A04020102020204" pitchFamily="34" charset="0"/>
                    </a:rPr>
                    <a:t>Levente</a:t>
                  </a:r>
                </a:p>
              </p:txBody>
            </p:sp>
            <p:sp>
              <p:nvSpPr>
                <p:cNvPr id="298" name="Téglalap 297">
                  <a:extLst>
                    <a:ext uri="{FF2B5EF4-FFF2-40B4-BE49-F238E27FC236}">
                      <a16:creationId xmlns:a16="http://schemas.microsoft.com/office/drawing/2014/main" id="{FD554D12-ACCA-CF02-E7E9-297A9EAEEB38}"/>
                    </a:ext>
                  </a:extLst>
                </p:cNvPr>
                <p:cNvSpPr/>
                <p:nvPr/>
              </p:nvSpPr>
              <p:spPr>
                <a:xfrm>
                  <a:off x="13925179" y="3704962"/>
                  <a:ext cx="346609" cy="333104"/>
                </a:xfrm>
                <a:prstGeom prst="rect">
                  <a:avLst/>
                </a:prstGeom>
                <a:solidFill>
                  <a:schemeClr val="tx2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hu-HU"/>
                </a:p>
              </p:txBody>
            </p:sp>
          </p:grpSp>
          <p:sp>
            <p:nvSpPr>
              <p:cNvPr id="295" name="Téglalap 294">
                <a:extLst>
                  <a:ext uri="{FF2B5EF4-FFF2-40B4-BE49-F238E27FC236}">
                    <a16:creationId xmlns:a16="http://schemas.microsoft.com/office/drawing/2014/main" id="{3E9DACD2-0266-E94B-CD95-C21FC3A8BA3D}"/>
                  </a:ext>
                </a:extLst>
              </p:cNvPr>
              <p:cNvSpPr/>
              <p:nvPr/>
            </p:nvSpPr>
            <p:spPr>
              <a:xfrm>
                <a:off x="13925179" y="4209835"/>
                <a:ext cx="346609" cy="333104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3" name="Szövegdoboz 2">
            <a:extLst>
              <a:ext uri="{FF2B5EF4-FFF2-40B4-BE49-F238E27FC236}">
                <a16:creationId xmlns:a16="http://schemas.microsoft.com/office/drawing/2014/main" id="{87AF7357-01AC-A317-7D31-CE47A28730B1}"/>
              </a:ext>
            </a:extLst>
          </p:cNvPr>
          <p:cNvSpPr txBox="1"/>
          <p:nvPr/>
        </p:nvSpPr>
        <p:spPr>
          <a:xfrm>
            <a:off x="4829360" y="4130838"/>
            <a:ext cx="3438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solidFill>
                  <a:schemeClr val="bg1"/>
                </a:solidFill>
                <a:latin typeface="Arial Black" panose="020B0A04020102020204" pitchFamily="34" charset="0"/>
              </a:rPr>
              <a:t>Ai</a:t>
            </a:r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 használat </a:t>
            </a:r>
            <a:r>
              <a:rPr lang="hu-HU" dirty="0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</a:rPr>
              <a:t>30.4%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EBFDCCDB-9567-097B-B1DA-9FE0BEDEF4B5}"/>
              </a:ext>
            </a:extLst>
          </p:cNvPr>
          <p:cNvSpPr/>
          <p:nvPr/>
        </p:nvSpPr>
        <p:spPr>
          <a:xfrm>
            <a:off x="16460341" y="2524500"/>
            <a:ext cx="2663901" cy="2663901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4" name="Körcikk 13">
            <a:extLst>
              <a:ext uri="{FF2B5EF4-FFF2-40B4-BE49-F238E27FC236}">
                <a16:creationId xmlns:a16="http://schemas.microsoft.com/office/drawing/2014/main" id="{485B6B58-93F9-A3D9-AECC-DD97966EB6C6}"/>
              </a:ext>
            </a:extLst>
          </p:cNvPr>
          <p:cNvSpPr/>
          <p:nvPr/>
        </p:nvSpPr>
        <p:spPr>
          <a:xfrm>
            <a:off x="16461035" y="2525194"/>
            <a:ext cx="2662512" cy="2662512"/>
          </a:xfrm>
          <a:prstGeom prst="pie">
            <a:avLst>
              <a:gd name="adj1" fmla="val 4260411"/>
              <a:gd name="adj2" fmla="val 16200000"/>
            </a:avLst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22" name="Szövegdoboz 21">
            <a:extLst>
              <a:ext uri="{FF2B5EF4-FFF2-40B4-BE49-F238E27FC236}">
                <a16:creationId xmlns:a16="http://schemas.microsoft.com/office/drawing/2014/main" id="{6337DAF6-3FFA-AF65-CC0B-34CA1AAD426F}"/>
              </a:ext>
            </a:extLst>
          </p:cNvPr>
          <p:cNvSpPr txBox="1"/>
          <p:nvPr/>
        </p:nvSpPr>
        <p:spPr>
          <a:xfrm>
            <a:off x="16716071" y="3834139"/>
            <a:ext cx="1607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55%</a:t>
            </a:r>
          </a:p>
        </p:txBody>
      </p: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382613FF-ABFD-AD88-4591-7F0D5229F6EB}"/>
              </a:ext>
            </a:extLst>
          </p:cNvPr>
          <p:cNvSpPr txBox="1"/>
          <p:nvPr/>
        </p:nvSpPr>
        <p:spPr>
          <a:xfrm>
            <a:off x="18176870" y="3571137"/>
            <a:ext cx="1607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45%</a:t>
            </a:r>
          </a:p>
        </p:txBody>
      </p:sp>
      <p:grpSp>
        <p:nvGrpSpPr>
          <p:cNvPr id="135" name="Csoportba foglalás 134">
            <a:extLst>
              <a:ext uri="{FF2B5EF4-FFF2-40B4-BE49-F238E27FC236}">
                <a16:creationId xmlns:a16="http://schemas.microsoft.com/office/drawing/2014/main" id="{DA002837-B9F4-D548-CB07-30FE0DD5403F}"/>
              </a:ext>
            </a:extLst>
          </p:cNvPr>
          <p:cNvGrpSpPr/>
          <p:nvPr/>
        </p:nvGrpSpPr>
        <p:grpSpPr>
          <a:xfrm>
            <a:off x="9534344" y="1964932"/>
            <a:ext cx="8820514" cy="3927249"/>
            <a:chOff x="4756241" y="2034133"/>
            <a:chExt cx="8820514" cy="3927249"/>
          </a:xfrm>
        </p:grpSpPr>
        <p:sp>
          <p:nvSpPr>
            <p:cNvPr id="136" name="Téglalap 135">
              <a:extLst>
                <a:ext uri="{FF2B5EF4-FFF2-40B4-BE49-F238E27FC236}">
                  <a16:creationId xmlns:a16="http://schemas.microsoft.com/office/drawing/2014/main" id="{96FDFF72-B19A-86C5-BF11-7357ECD801D8}"/>
                </a:ext>
              </a:extLst>
            </p:cNvPr>
            <p:cNvSpPr/>
            <p:nvPr/>
          </p:nvSpPr>
          <p:spPr>
            <a:xfrm>
              <a:off x="4882698" y="2034133"/>
              <a:ext cx="8694057" cy="392724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137" name="Szövegdoboz 136">
              <a:extLst>
                <a:ext uri="{FF2B5EF4-FFF2-40B4-BE49-F238E27FC236}">
                  <a16:creationId xmlns:a16="http://schemas.microsoft.com/office/drawing/2014/main" id="{9956F22F-7194-954F-344E-1F2BB79FBAD9}"/>
                </a:ext>
              </a:extLst>
            </p:cNvPr>
            <p:cNvSpPr txBox="1"/>
            <p:nvPr/>
          </p:nvSpPr>
          <p:spPr>
            <a:xfrm>
              <a:off x="4948442" y="2226749"/>
              <a:ext cx="5791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Tesztelés</a:t>
              </a:r>
              <a:endParaRPr lang="hu-HU" dirty="0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138" name="Téglalap 137">
              <a:extLst>
                <a:ext uri="{FF2B5EF4-FFF2-40B4-BE49-F238E27FC236}">
                  <a16:creationId xmlns:a16="http://schemas.microsoft.com/office/drawing/2014/main" id="{5BD684E7-678A-08A4-DBB7-288EE26F01C4}"/>
                </a:ext>
              </a:extLst>
            </p:cNvPr>
            <p:cNvSpPr/>
            <p:nvPr/>
          </p:nvSpPr>
          <p:spPr>
            <a:xfrm rot="5400000">
              <a:off x="2855845" y="3934529"/>
              <a:ext cx="3927249" cy="12645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139" name="Szövegdoboz 138">
            <a:extLst>
              <a:ext uri="{FF2B5EF4-FFF2-40B4-BE49-F238E27FC236}">
                <a16:creationId xmlns:a16="http://schemas.microsoft.com/office/drawing/2014/main" id="{771A9CB7-D959-6DF5-A707-8653BDDA9686}"/>
              </a:ext>
            </a:extLst>
          </p:cNvPr>
          <p:cNvSpPr txBox="1"/>
          <p:nvPr/>
        </p:nvSpPr>
        <p:spPr>
          <a:xfrm>
            <a:off x="10003526" y="3252786"/>
            <a:ext cx="5791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- Tihamér</a:t>
            </a:r>
          </a:p>
        </p:txBody>
      </p:sp>
      <p:sp>
        <p:nvSpPr>
          <p:cNvPr id="140" name="Szövegdoboz 139">
            <a:extLst>
              <a:ext uri="{FF2B5EF4-FFF2-40B4-BE49-F238E27FC236}">
                <a16:creationId xmlns:a16="http://schemas.microsoft.com/office/drawing/2014/main" id="{7C60F2BB-4246-2D72-4CF6-125949D1BED6}"/>
              </a:ext>
            </a:extLst>
          </p:cNvPr>
          <p:cNvSpPr txBox="1"/>
          <p:nvPr/>
        </p:nvSpPr>
        <p:spPr>
          <a:xfrm>
            <a:off x="10025399" y="3767222"/>
            <a:ext cx="5791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- Levente</a:t>
            </a:r>
          </a:p>
        </p:txBody>
      </p:sp>
      <p:sp>
        <p:nvSpPr>
          <p:cNvPr id="141" name="Téglalap 140">
            <a:extLst>
              <a:ext uri="{FF2B5EF4-FFF2-40B4-BE49-F238E27FC236}">
                <a16:creationId xmlns:a16="http://schemas.microsoft.com/office/drawing/2014/main" id="{610484BC-41F0-4313-1CA3-BB49E16EC88E}"/>
              </a:ext>
            </a:extLst>
          </p:cNvPr>
          <p:cNvSpPr/>
          <p:nvPr/>
        </p:nvSpPr>
        <p:spPr>
          <a:xfrm>
            <a:off x="11581660" y="3246782"/>
            <a:ext cx="346609" cy="33310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0</a:t>
            </a:r>
          </a:p>
        </p:txBody>
      </p:sp>
      <p:sp>
        <p:nvSpPr>
          <p:cNvPr id="142" name="Téglalap 141">
            <a:extLst>
              <a:ext uri="{FF2B5EF4-FFF2-40B4-BE49-F238E27FC236}">
                <a16:creationId xmlns:a16="http://schemas.microsoft.com/office/drawing/2014/main" id="{CA0CA0D0-1C0D-7704-B78E-6F7F1CF2EB2D}"/>
              </a:ext>
            </a:extLst>
          </p:cNvPr>
          <p:cNvSpPr/>
          <p:nvPr/>
        </p:nvSpPr>
        <p:spPr>
          <a:xfrm>
            <a:off x="11579045" y="3750129"/>
            <a:ext cx="346609" cy="33310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0</a:t>
            </a:r>
          </a:p>
        </p:txBody>
      </p:sp>
      <p:sp>
        <p:nvSpPr>
          <p:cNvPr id="143" name="Szövegdoboz 142">
            <a:extLst>
              <a:ext uri="{FF2B5EF4-FFF2-40B4-BE49-F238E27FC236}">
                <a16:creationId xmlns:a16="http://schemas.microsoft.com/office/drawing/2014/main" id="{3944A876-93C3-A473-70F7-A5CB8E89B506}"/>
              </a:ext>
            </a:extLst>
          </p:cNvPr>
          <p:cNvSpPr txBox="1"/>
          <p:nvPr/>
        </p:nvSpPr>
        <p:spPr>
          <a:xfrm>
            <a:off x="9746731" y="2808062"/>
            <a:ext cx="5791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Hibák száma:</a:t>
            </a:r>
            <a:endParaRPr lang="hu-HU" dirty="0">
              <a:solidFill>
                <a:schemeClr val="bg2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503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F59A1-F026-B8D8-2A36-0182F1EF6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Ábra 5" descr="Könyvjelző egyszínű kitöltéssel">
            <a:extLst>
              <a:ext uri="{FF2B5EF4-FFF2-40B4-BE49-F238E27FC236}">
                <a16:creationId xmlns:a16="http://schemas.microsoft.com/office/drawing/2014/main" id="{819228F5-D7CF-4C75-B159-9C6E48CE24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48509" y="-170936"/>
            <a:ext cx="1802859" cy="1802859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25CC815B-819A-53C4-793C-D35C3F5EC95E}"/>
              </a:ext>
            </a:extLst>
          </p:cNvPr>
          <p:cNvSpPr txBox="1"/>
          <p:nvPr/>
        </p:nvSpPr>
        <p:spPr>
          <a:xfrm>
            <a:off x="11104606" y="38784"/>
            <a:ext cx="69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>
                <a:latin typeface="Arial Black" panose="020B0A04020102020204" pitchFamily="34" charset="0"/>
              </a:rPr>
              <a:t>IKT</a:t>
            </a:r>
          </a:p>
        </p:txBody>
      </p:sp>
      <p:pic>
        <p:nvPicPr>
          <p:cNvPr id="10" name="Ábra 9" descr="Értekezlet körvonalas">
            <a:extLst>
              <a:ext uri="{FF2B5EF4-FFF2-40B4-BE49-F238E27FC236}">
                <a16:creationId xmlns:a16="http://schemas.microsoft.com/office/drawing/2014/main" id="{CD2250BC-2197-823C-AFCE-0331229E08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4606" y="324132"/>
            <a:ext cx="690664" cy="690664"/>
          </a:xfrm>
          <a:prstGeom prst="rect">
            <a:avLst/>
          </a:prstGeom>
        </p:spPr>
      </p:pic>
      <p:sp>
        <p:nvSpPr>
          <p:cNvPr id="13" name="Szövegdoboz 12">
            <a:extLst>
              <a:ext uri="{FF2B5EF4-FFF2-40B4-BE49-F238E27FC236}">
                <a16:creationId xmlns:a16="http://schemas.microsoft.com/office/drawing/2014/main" id="{2A9B2F50-F59E-18BB-47E1-F86B4270E097}"/>
              </a:ext>
            </a:extLst>
          </p:cNvPr>
          <p:cNvSpPr txBox="1"/>
          <p:nvPr/>
        </p:nvSpPr>
        <p:spPr>
          <a:xfrm>
            <a:off x="1028700" y="2108200"/>
            <a:ext cx="206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Idő beosztás</a:t>
            </a: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4B2633DD-BFC3-4CD4-D775-38D3D0154442}"/>
              </a:ext>
            </a:extLst>
          </p:cNvPr>
          <p:cNvSpPr txBox="1"/>
          <p:nvPr/>
        </p:nvSpPr>
        <p:spPr>
          <a:xfrm>
            <a:off x="1028700" y="2710378"/>
            <a:ext cx="206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Csapat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2A4840BF-9747-108D-9A9E-445BCEC65752}"/>
              </a:ext>
            </a:extLst>
          </p:cNvPr>
          <p:cNvSpPr txBox="1"/>
          <p:nvPr/>
        </p:nvSpPr>
        <p:spPr>
          <a:xfrm>
            <a:off x="1028700" y="3312556"/>
            <a:ext cx="206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Feladat</a:t>
            </a:r>
          </a:p>
        </p:txBody>
      </p:sp>
      <p:sp>
        <p:nvSpPr>
          <p:cNvPr id="19" name="Szövegdoboz 18">
            <a:extLst>
              <a:ext uri="{FF2B5EF4-FFF2-40B4-BE49-F238E27FC236}">
                <a16:creationId xmlns:a16="http://schemas.microsoft.com/office/drawing/2014/main" id="{C8599939-6367-731A-CAFF-32FCE1BA390D}"/>
              </a:ext>
            </a:extLst>
          </p:cNvPr>
          <p:cNvSpPr txBox="1"/>
          <p:nvPr/>
        </p:nvSpPr>
        <p:spPr>
          <a:xfrm>
            <a:off x="1028700" y="3914734"/>
            <a:ext cx="2066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Összegzés</a:t>
            </a:r>
          </a:p>
        </p:txBody>
      </p:sp>
      <p:sp>
        <p:nvSpPr>
          <p:cNvPr id="12" name="Téglalap 11">
            <a:extLst>
              <a:ext uri="{FF2B5EF4-FFF2-40B4-BE49-F238E27FC236}">
                <a16:creationId xmlns:a16="http://schemas.microsoft.com/office/drawing/2014/main" id="{39A8D17E-1B08-9A5E-7960-23E1F6E63B73}"/>
              </a:ext>
            </a:extLst>
          </p:cNvPr>
          <p:cNvSpPr/>
          <p:nvPr/>
        </p:nvSpPr>
        <p:spPr>
          <a:xfrm>
            <a:off x="2962273" y="2275722"/>
            <a:ext cx="443867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6" name="Téglalap 15">
            <a:extLst>
              <a:ext uri="{FF2B5EF4-FFF2-40B4-BE49-F238E27FC236}">
                <a16:creationId xmlns:a16="http://schemas.microsoft.com/office/drawing/2014/main" id="{1BE10301-474A-74E0-E73D-F7AFAAFA1707}"/>
              </a:ext>
            </a:extLst>
          </p:cNvPr>
          <p:cNvSpPr/>
          <p:nvPr/>
        </p:nvSpPr>
        <p:spPr>
          <a:xfrm>
            <a:off x="2962273" y="2861254"/>
            <a:ext cx="443867" cy="45719"/>
          </a:xfrm>
          <a:prstGeom prst="rect">
            <a:avLst/>
          </a:prstGeom>
          <a:solidFill>
            <a:srgbClr val="890F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1" name="Téglalap 20">
            <a:extLst>
              <a:ext uri="{FF2B5EF4-FFF2-40B4-BE49-F238E27FC236}">
                <a16:creationId xmlns:a16="http://schemas.microsoft.com/office/drawing/2014/main" id="{11B8DBE8-9868-8B70-DFFB-FFFFC6A7F38F}"/>
              </a:ext>
            </a:extLst>
          </p:cNvPr>
          <p:cNvSpPr/>
          <p:nvPr/>
        </p:nvSpPr>
        <p:spPr>
          <a:xfrm>
            <a:off x="2962273" y="3474362"/>
            <a:ext cx="443867" cy="4571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Téglalap 22">
            <a:extLst>
              <a:ext uri="{FF2B5EF4-FFF2-40B4-BE49-F238E27FC236}">
                <a16:creationId xmlns:a16="http://schemas.microsoft.com/office/drawing/2014/main" id="{0076C66E-0541-E30F-6ADE-75B9DF8436E3}"/>
              </a:ext>
            </a:extLst>
          </p:cNvPr>
          <p:cNvSpPr/>
          <p:nvPr/>
        </p:nvSpPr>
        <p:spPr>
          <a:xfrm>
            <a:off x="2962273" y="4076540"/>
            <a:ext cx="443867" cy="457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4" name="Téglalap 33">
            <a:extLst>
              <a:ext uri="{FF2B5EF4-FFF2-40B4-BE49-F238E27FC236}">
                <a16:creationId xmlns:a16="http://schemas.microsoft.com/office/drawing/2014/main" id="{0D721ADA-A200-A7C5-C36F-7D98B617AE1F}"/>
              </a:ext>
            </a:extLst>
          </p:cNvPr>
          <p:cNvSpPr/>
          <p:nvPr/>
        </p:nvSpPr>
        <p:spPr>
          <a:xfrm flipV="1">
            <a:off x="5384800" y="982187"/>
            <a:ext cx="3429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6" name="Szövegdoboz 35">
            <a:extLst>
              <a:ext uri="{FF2B5EF4-FFF2-40B4-BE49-F238E27FC236}">
                <a16:creationId xmlns:a16="http://schemas.microsoft.com/office/drawing/2014/main" id="{E8586611-E764-C873-2B7A-EFC664F15F98}"/>
              </a:ext>
            </a:extLst>
          </p:cNvPr>
          <p:cNvSpPr txBox="1"/>
          <p:nvPr/>
        </p:nvSpPr>
        <p:spPr>
          <a:xfrm>
            <a:off x="838200" y="523694"/>
            <a:ext cx="49085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5400" dirty="0">
                <a:solidFill>
                  <a:schemeClr val="bg1"/>
                </a:solidFill>
                <a:latin typeface="Arial Black" panose="020B0A04020102020204" pitchFamily="34" charset="0"/>
              </a:rPr>
              <a:t>TARTALOM</a:t>
            </a:r>
          </a:p>
        </p:txBody>
      </p:sp>
      <p:grpSp>
        <p:nvGrpSpPr>
          <p:cNvPr id="210" name="Csoportba foglalás 209">
            <a:extLst>
              <a:ext uri="{FF2B5EF4-FFF2-40B4-BE49-F238E27FC236}">
                <a16:creationId xmlns:a16="http://schemas.microsoft.com/office/drawing/2014/main" id="{9DD678D8-5DFC-0AD4-A3BF-86EC57D8D007}"/>
              </a:ext>
            </a:extLst>
          </p:cNvPr>
          <p:cNvGrpSpPr/>
          <p:nvPr/>
        </p:nvGrpSpPr>
        <p:grpSpPr>
          <a:xfrm>
            <a:off x="12481432" y="1950420"/>
            <a:ext cx="8820514" cy="3927249"/>
            <a:chOff x="4604044" y="1950423"/>
            <a:chExt cx="8820514" cy="3927249"/>
          </a:xfrm>
        </p:grpSpPr>
        <p:grpSp>
          <p:nvGrpSpPr>
            <p:cNvPr id="211" name="Csoportba foglalás 210">
              <a:extLst>
                <a:ext uri="{FF2B5EF4-FFF2-40B4-BE49-F238E27FC236}">
                  <a16:creationId xmlns:a16="http://schemas.microsoft.com/office/drawing/2014/main" id="{5158787C-9BEC-330B-FF63-93F7F005B6A4}"/>
                </a:ext>
              </a:extLst>
            </p:cNvPr>
            <p:cNvGrpSpPr/>
            <p:nvPr/>
          </p:nvGrpSpPr>
          <p:grpSpPr>
            <a:xfrm>
              <a:off x="4604044" y="1950423"/>
              <a:ext cx="8820514" cy="3927249"/>
              <a:chOff x="4756241" y="2034133"/>
              <a:chExt cx="8820514" cy="3927249"/>
            </a:xfrm>
          </p:grpSpPr>
          <p:sp>
            <p:nvSpPr>
              <p:cNvPr id="223" name="Téglalap 222">
                <a:extLst>
                  <a:ext uri="{FF2B5EF4-FFF2-40B4-BE49-F238E27FC236}">
                    <a16:creationId xmlns:a16="http://schemas.microsoft.com/office/drawing/2014/main" id="{55F7B658-138D-DB9D-8C20-346F9196ADB1}"/>
                  </a:ext>
                </a:extLst>
              </p:cNvPr>
              <p:cNvSpPr/>
              <p:nvPr/>
            </p:nvSpPr>
            <p:spPr>
              <a:xfrm>
                <a:off x="4882698" y="2034133"/>
                <a:ext cx="8694057" cy="3927248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228" name="Szövegdoboz 227">
                <a:extLst>
                  <a:ext uri="{FF2B5EF4-FFF2-40B4-BE49-F238E27FC236}">
                    <a16:creationId xmlns:a16="http://schemas.microsoft.com/office/drawing/2014/main" id="{D5DE75DD-BAE7-64B1-0378-EDF2E1646686}"/>
                  </a:ext>
                </a:extLst>
              </p:cNvPr>
              <p:cNvSpPr txBox="1"/>
              <p:nvPr/>
            </p:nvSpPr>
            <p:spPr>
              <a:xfrm>
                <a:off x="4948442" y="2226749"/>
                <a:ext cx="57919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Összegzés</a:t>
                </a:r>
                <a:endParaRPr lang="hu-HU" dirty="0">
                  <a:solidFill>
                    <a:schemeClr val="bg2">
                      <a:lumMod val="75000"/>
                    </a:schemeClr>
                  </a:solidFill>
                  <a:latin typeface="Arial Black" panose="020B0A04020102020204" pitchFamily="34" charset="0"/>
                </a:endParaRPr>
              </a:p>
            </p:txBody>
          </p:sp>
          <p:sp>
            <p:nvSpPr>
              <p:cNvPr id="229" name="Téglalap 228">
                <a:extLst>
                  <a:ext uri="{FF2B5EF4-FFF2-40B4-BE49-F238E27FC236}">
                    <a16:creationId xmlns:a16="http://schemas.microsoft.com/office/drawing/2014/main" id="{2379290A-3329-91BA-B83A-2C5C0B20ADB3}"/>
                  </a:ext>
                </a:extLst>
              </p:cNvPr>
              <p:cNvSpPr/>
              <p:nvPr/>
            </p:nvSpPr>
            <p:spPr>
              <a:xfrm rot="5400000">
                <a:off x="2855845" y="3934529"/>
                <a:ext cx="3927249" cy="126457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grpSp>
          <p:nvGrpSpPr>
            <p:cNvPr id="212" name="Csoportba foglalás 211">
              <a:extLst>
                <a:ext uri="{FF2B5EF4-FFF2-40B4-BE49-F238E27FC236}">
                  <a16:creationId xmlns:a16="http://schemas.microsoft.com/office/drawing/2014/main" id="{9E0B8AC8-CE1A-6D82-B5EE-BAFBA2A6E068}"/>
                </a:ext>
              </a:extLst>
            </p:cNvPr>
            <p:cNvGrpSpPr/>
            <p:nvPr/>
          </p:nvGrpSpPr>
          <p:grpSpPr>
            <a:xfrm>
              <a:off x="4730500" y="2633908"/>
              <a:ext cx="8694057" cy="2083303"/>
              <a:chOff x="4730501" y="4013947"/>
              <a:chExt cx="8694057" cy="2711700"/>
            </a:xfrm>
          </p:grpSpPr>
          <p:sp>
            <p:nvSpPr>
              <p:cNvPr id="219" name="Téglalap 218">
                <a:extLst>
                  <a:ext uri="{FF2B5EF4-FFF2-40B4-BE49-F238E27FC236}">
                    <a16:creationId xmlns:a16="http://schemas.microsoft.com/office/drawing/2014/main" id="{C8A369B1-EFE3-B837-9F9E-D6371ED5435C}"/>
                  </a:ext>
                </a:extLst>
              </p:cNvPr>
              <p:cNvSpPr/>
              <p:nvPr/>
            </p:nvSpPr>
            <p:spPr>
              <a:xfrm>
                <a:off x="4730501" y="4013947"/>
                <a:ext cx="8694057" cy="2711700"/>
              </a:xfrm>
              <a:prstGeom prst="rect">
                <a:avLst/>
              </a:prstGeom>
              <a:solidFill>
                <a:srgbClr val="2121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 dirty="0"/>
              </a:p>
            </p:txBody>
          </p:sp>
          <p:sp>
            <p:nvSpPr>
              <p:cNvPr id="220" name="Szövegdoboz 219">
                <a:extLst>
                  <a:ext uri="{FF2B5EF4-FFF2-40B4-BE49-F238E27FC236}">
                    <a16:creationId xmlns:a16="http://schemas.microsoft.com/office/drawing/2014/main" id="{BBD23B50-BE72-2A0D-B830-AA199EBA58A5}"/>
                  </a:ext>
                </a:extLst>
              </p:cNvPr>
              <p:cNvSpPr txBox="1"/>
              <p:nvPr/>
            </p:nvSpPr>
            <p:spPr>
              <a:xfrm>
                <a:off x="4829362" y="4191068"/>
                <a:ext cx="57919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Feladatok </a:t>
                </a:r>
                <a:r>
                  <a:rPr lang="hu-HU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 Black" panose="020B0A04020102020204" pitchFamily="34" charset="0"/>
                  </a:rPr>
                  <a:t>–</a:t>
                </a:r>
                <a:r>
                  <a:rPr lang="hu-HU" dirty="0">
                    <a:solidFill>
                      <a:schemeClr val="bg2">
                        <a:lumMod val="75000"/>
                      </a:schemeClr>
                    </a:solidFill>
                    <a:latin typeface="Arial Black" panose="020B0A04020102020204" pitchFamily="34" charset="0"/>
                  </a:rPr>
                  <a:t> Teljesítve </a:t>
                </a:r>
              </a:p>
            </p:txBody>
          </p:sp>
          <p:sp>
            <p:nvSpPr>
              <p:cNvPr id="221" name="Szövegdoboz 220">
                <a:extLst>
                  <a:ext uri="{FF2B5EF4-FFF2-40B4-BE49-F238E27FC236}">
                    <a16:creationId xmlns:a16="http://schemas.microsoft.com/office/drawing/2014/main" id="{89C6A700-C5EF-4242-2FD4-BBD4D1767C94}"/>
                  </a:ext>
                </a:extLst>
              </p:cNvPr>
              <p:cNvSpPr txBox="1"/>
              <p:nvPr/>
            </p:nvSpPr>
            <p:spPr>
              <a:xfrm>
                <a:off x="4817587" y="5404201"/>
                <a:ext cx="57919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Tapasztalat szerzés</a:t>
                </a:r>
              </a:p>
            </p:txBody>
          </p:sp>
          <p:sp>
            <p:nvSpPr>
              <p:cNvPr id="222" name="Szövegdoboz 221">
                <a:extLst>
                  <a:ext uri="{FF2B5EF4-FFF2-40B4-BE49-F238E27FC236}">
                    <a16:creationId xmlns:a16="http://schemas.microsoft.com/office/drawing/2014/main" id="{9FDA8CF1-B9E1-5014-B932-95918997F594}"/>
                  </a:ext>
                </a:extLst>
              </p:cNvPr>
              <p:cNvSpPr txBox="1"/>
              <p:nvPr/>
            </p:nvSpPr>
            <p:spPr>
              <a:xfrm>
                <a:off x="4817587" y="4790302"/>
                <a:ext cx="57919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u-HU" dirty="0">
                    <a:solidFill>
                      <a:schemeClr val="bg1"/>
                    </a:solidFill>
                    <a:latin typeface="Arial Black" panose="020B0A04020102020204" pitchFamily="34" charset="0"/>
                  </a:rPr>
                  <a:t>Gördülékeny munkamenet</a:t>
                </a:r>
              </a:p>
            </p:txBody>
          </p:sp>
        </p:grpSp>
        <p:grpSp>
          <p:nvGrpSpPr>
            <p:cNvPr id="213" name="Csoportba foglalás 212">
              <a:extLst>
                <a:ext uri="{FF2B5EF4-FFF2-40B4-BE49-F238E27FC236}">
                  <a16:creationId xmlns:a16="http://schemas.microsoft.com/office/drawing/2014/main" id="{38AD328F-4336-7B36-E8AB-C80D96607DAB}"/>
                </a:ext>
              </a:extLst>
            </p:cNvPr>
            <p:cNvGrpSpPr/>
            <p:nvPr/>
          </p:nvGrpSpPr>
          <p:grpSpPr>
            <a:xfrm>
              <a:off x="4829361" y="4826088"/>
              <a:ext cx="5819580" cy="883768"/>
              <a:chOff x="12622877" y="3668734"/>
              <a:chExt cx="5819580" cy="883768"/>
            </a:xfrm>
          </p:grpSpPr>
          <p:grpSp>
            <p:nvGrpSpPr>
              <p:cNvPr id="214" name="Csoportba foglalás 213">
                <a:extLst>
                  <a:ext uri="{FF2B5EF4-FFF2-40B4-BE49-F238E27FC236}">
                    <a16:creationId xmlns:a16="http://schemas.microsoft.com/office/drawing/2014/main" id="{2409E24D-7AB7-0DE7-CF52-9F2C9FEA046F}"/>
                  </a:ext>
                </a:extLst>
              </p:cNvPr>
              <p:cNvGrpSpPr/>
              <p:nvPr/>
            </p:nvGrpSpPr>
            <p:grpSpPr>
              <a:xfrm>
                <a:off x="12622877" y="3668734"/>
                <a:ext cx="5819580" cy="883768"/>
                <a:chOff x="12622877" y="3668734"/>
                <a:chExt cx="5819580" cy="883768"/>
              </a:xfrm>
            </p:grpSpPr>
            <p:sp>
              <p:nvSpPr>
                <p:cNvPr id="216" name="Szövegdoboz 215">
                  <a:extLst>
                    <a:ext uri="{FF2B5EF4-FFF2-40B4-BE49-F238E27FC236}">
                      <a16:creationId xmlns:a16="http://schemas.microsoft.com/office/drawing/2014/main" id="{C242167C-D60E-FD4C-C074-0536F77EB15B}"/>
                    </a:ext>
                  </a:extLst>
                </p:cNvPr>
                <p:cNvSpPr txBox="1"/>
                <p:nvPr/>
              </p:nvSpPr>
              <p:spPr>
                <a:xfrm>
                  <a:off x="12622877" y="3668734"/>
                  <a:ext cx="579198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dirty="0">
                      <a:solidFill>
                        <a:schemeClr val="bg1"/>
                      </a:solidFill>
                      <a:latin typeface="Arial Black" panose="020B0A04020102020204" pitchFamily="34" charset="0"/>
                    </a:rPr>
                    <a:t>Tihamér</a:t>
                  </a:r>
                </a:p>
              </p:txBody>
            </p:sp>
            <p:sp>
              <p:nvSpPr>
                <p:cNvPr id="217" name="Szövegdoboz 216">
                  <a:extLst>
                    <a:ext uri="{FF2B5EF4-FFF2-40B4-BE49-F238E27FC236}">
                      <a16:creationId xmlns:a16="http://schemas.microsoft.com/office/drawing/2014/main" id="{35F9C3C9-B4B8-91D8-82A1-3150679458BB}"/>
                    </a:ext>
                  </a:extLst>
                </p:cNvPr>
                <p:cNvSpPr txBox="1"/>
                <p:nvPr/>
              </p:nvSpPr>
              <p:spPr>
                <a:xfrm>
                  <a:off x="12650473" y="4183170"/>
                  <a:ext cx="579198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hu-HU" dirty="0">
                      <a:solidFill>
                        <a:schemeClr val="bg1"/>
                      </a:solidFill>
                      <a:latin typeface="Arial Black" panose="020B0A04020102020204" pitchFamily="34" charset="0"/>
                    </a:rPr>
                    <a:t>Levente</a:t>
                  </a:r>
                </a:p>
              </p:txBody>
            </p:sp>
            <p:sp>
              <p:nvSpPr>
                <p:cNvPr id="218" name="Téglalap 217">
                  <a:extLst>
                    <a:ext uri="{FF2B5EF4-FFF2-40B4-BE49-F238E27FC236}">
                      <a16:creationId xmlns:a16="http://schemas.microsoft.com/office/drawing/2014/main" id="{29F27D4A-EEE2-B289-8B14-BB96637F9237}"/>
                    </a:ext>
                  </a:extLst>
                </p:cNvPr>
                <p:cNvSpPr/>
                <p:nvPr/>
              </p:nvSpPr>
              <p:spPr>
                <a:xfrm>
                  <a:off x="13925179" y="3704962"/>
                  <a:ext cx="346609" cy="333104"/>
                </a:xfrm>
                <a:prstGeom prst="rect">
                  <a:avLst/>
                </a:prstGeom>
                <a:solidFill>
                  <a:schemeClr val="tx2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hu-HU"/>
                </a:p>
              </p:txBody>
            </p:sp>
          </p:grpSp>
          <p:sp>
            <p:nvSpPr>
              <p:cNvPr id="215" name="Téglalap 214">
                <a:extLst>
                  <a:ext uri="{FF2B5EF4-FFF2-40B4-BE49-F238E27FC236}">
                    <a16:creationId xmlns:a16="http://schemas.microsoft.com/office/drawing/2014/main" id="{02F572D3-1748-8853-08F2-AFBD4491B98B}"/>
                  </a:ext>
                </a:extLst>
              </p:cNvPr>
              <p:cNvSpPr/>
              <p:nvPr/>
            </p:nvSpPr>
            <p:spPr>
              <a:xfrm>
                <a:off x="13925179" y="4209835"/>
                <a:ext cx="346609" cy="333104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</p:grpSp>
      <p:sp>
        <p:nvSpPr>
          <p:cNvPr id="230" name="Szövegdoboz 229">
            <a:extLst>
              <a:ext uri="{FF2B5EF4-FFF2-40B4-BE49-F238E27FC236}">
                <a16:creationId xmlns:a16="http://schemas.microsoft.com/office/drawing/2014/main" id="{9E2BA0B9-CB88-3128-A7D9-00E2E0A813FE}"/>
              </a:ext>
            </a:extLst>
          </p:cNvPr>
          <p:cNvSpPr txBox="1"/>
          <p:nvPr/>
        </p:nvSpPr>
        <p:spPr>
          <a:xfrm>
            <a:off x="12706749" y="4130837"/>
            <a:ext cx="3438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solidFill>
                  <a:schemeClr val="bg1"/>
                </a:solidFill>
                <a:latin typeface="Arial Black" panose="020B0A04020102020204" pitchFamily="34" charset="0"/>
              </a:rPr>
              <a:t>Ai</a:t>
            </a:r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 használat </a:t>
            </a:r>
            <a:r>
              <a:rPr lang="hu-HU" dirty="0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</a:rPr>
              <a:t>30.4%</a:t>
            </a:r>
          </a:p>
        </p:txBody>
      </p:sp>
      <p:grpSp>
        <p:nvGrpSpPr>
          <p:cNvPr id="231" name="Csoportba foglalás 230">
            <a:extLst>
              <a:ext uri="{FF2B5EF4-FFF2-40B4-BE49-F238E27FC236}">
                <a16:creationId xmlns:a16="http://schemas.microsoft.com/office/drawing/2014/main" id="{243BA0B3-43C5-9B15-3866-A116D6B34A46}"/>
              </a:ext>
            </a:extLst>
          </p:cNvPr>
          <p:cNvGrpSpPr/>
          <p:nvPr/>
        </p:nvGrpSpPr>
        <p:grpSpPr>
          <a:xfrm>
            <a:off x="16409804" y="1948563"/>
            <a:ext cx="8820514" cy="3927249"/>
            <a:chOff x="4756241" y="2034133"/>
            <a:chExt cx="8820514" cy="3927249"/>
          </a:xfrm>
        </p:grpSpPr>
        <p:sp>
          <p:nvSpPr>
            <p:cNvPr id="232" name="Téglalap 231">
              <a:extLst>
                <a:ext uri="{FF2B5EF4-FFF2-40B4-BE49-F238E27FC236}">
                  <a16:creationId xmlns:a16="http://schemas.microsoft.com/office/drawing/2014/main" id="{654431FF-F5CF-5AF6-0F96-4960226393ED}"/>
                </a:ext>
              </a:extLst>
            </p:cNvPr>
            <p:cNvSpPr/>
            <p:nvPr/>
          </p:nvSpPr>
          <p:spPr>
            <a:xfrm>
              <a:off x="4882698" y="2034133"/>
              <a:ext cx="8694057" cy="392724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233" name="Szövegdoboz 232">
              <a:extLst>
                <a:ext uri="{FF2B5EF4-FFF2-40B4-BE49-F238E27FC236}">
                  <a16:creationId xmlns:a16="http://schemas.microsoft.com/office/drawing/2014/main" id="{D6D967CD-8315-ABC1-C40B-16496276C7C7}"/>
                </a:ext>
              </a:extLst>
            </p:cNvPr>
            <p:cNvSpPr txBox="1"/>
            <p:nvPr/>
          </p:nvSpPr>
          <p:spPr>
            <a:xfrm>
              <a:off x="4948442" y="2226749"/>
              <a:ext cx="5791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dirty="0">
                  <a:solidFill>
                    <a:schemeClr val="bg1"/>
                  </a:solidFill>
                  <a:latin typeface="Arial Black" panose="020B0A04020102020204" pitchFamily="34" charset="0"/>
                </a:rPr>
                <a:t>Tesztelés</a:t>
              </a:r>
              <a:endParaRPr lang="hu-HU" dirty="0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34" name="Téglalap 233">
              <a:extLst>
                <a:ext uri="{FF2B5EF4-FFF2-40B4-BE49-F238E27FC236}">
                  <a16:creationId xmlns:a16="http://schemas.microsoft.com/office/drawing/2014/main" id="{1AC39DD5-E418-437C-11BE-5CE2F89E69F9}"/>
                </a:ext>
              </a:extLst>
            </p:cNvPr>
            <p:cNvSpPr/>
            <p:nvPr/>
          </p:nvSpPr>
          <p:spPr>
            <a:xfrm rot="5400000">
              <a:off x="2855845" y="3934529"/>
              <a:ext cx="3927249" cy="126457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p:sp>
        <p:nvSpPr>
          <p:cNvPr id="235" name="Szövegdoboz 234">
            <a:extLst>
              <a:ext uri="{FF2B5EF4-FFF2-40B4-BE49-F238E27FC236}">
                <a16:creationId xmlns:a16="http://schemas.microsoft.com/office/drawing/2014/main" id="{826E8C28-E954-3330-8487-961BEEB69228}"/>
              </a:ext>
            </a:extLst>
          </p:cNvPr>
          <p:cNvSpPr txBox="1"/>
          <p:nvPr/>
        </p:nvSpPr>
        <p:spPr>
          <a:xfrm>
            <a:off x="16878986" y="3236417"/>
            <a:ext cx="5791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- Tihamér</a:t>
            </a:r>
          </a:p>
        </p:txBody>
      </p:sp>
      <p:sp>
        <p:nvSpPr>
          <p:cNvPr id="236" name="Szövegdoboz 235">
            <a:extLst>
              <a:ext uri="{FF2B5EF4-FFF2-40B4-BE49-F238E27FC236}">
                <a16:creationId xmlns:a16="http://schemas.microsoft.com/office/drawing/2014/main" id="{91EE8C82-AE4E-FE3B-8CEA-5C5C14504047}"/>
              </a:ext>
            </a:extLst>
          </p:cNvPr>
          <p:cNvSpPr txBox="1"/>
          <p:nvPr/>
        </p:nvSpPr>
        <p:spPr>
          <a:xfrm>
            <a:off x="16900859" y="3750853"/>
            <a:ext cx="5791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- Levente</a:t>
            </a:r>
          </a:p>
        </p:txBody>
      </p:sp>
      <p:sp>
        <p:nvSpPr>
          <p:cNvPr id="237" name="Téglalap 236">
            <a:extLst>
              <a:ext uri="{FF2B5EF4-FFF2-40B4-BE49-F238E27FC236}">
                <a16:creationId xmlns:a16="http://schemas.microsoft.com/office/drawing/2014/main" id="{56B108C6-9F7E-765F-DC98-4643E3CFF773}"/>
              </a:ext>
            </a:extLst>
          </p:cNvPr>
          <p:cNvSpPr/>
          <p:nvPr/>
        </p:nvSpPr>
        <p:spPr>
          <a:xfrm>
            <a:off x="18457120" y="3230413"/>
            <a:ext cx="346609" cy="33310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0</a:t>
            </a:r>
          </a:p>
        </p:txBody>
      </p:sp>
      <p:sp>
        <p:nvSpPr>
          <p:cNvPr id="238" name="Téglalap 237">
            <a:extLst>
              <a:ext uri="{FF2B5EF4-FFF2-40B4-BE49-F238E27FC236}">
                <a16:creationId xmlns:a16="http://schemas.microsoft.com/office/drawing/2014/main" id="{61DCA298-0C4E-9718-9F2C-4CDF9101DE45}"/>
              </a:ext>
            </a:extLst>
          </p:cNvPr>
          <p:cNvSpPr/>
          <p:nvPr/>
        </p:nvSpPr>
        <p:spPr>
          <a:xfrm>
            <a:off x="18454505" y="3733760"/>
            <a:ext cx="346609" cy="33310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dirty="0">
                <a:solidFill>
                  <a:schemeClr val="tx1">
                    <a:lumMod val="85000"/>
                    <a:lumOff val="15000"/>
                  </a:schemeClr>
                </a:solidFill>
                <a:latin typeface="Arial Black" panose="020B0A04020102020204" pitchFamily="34" charset="0"/>
              </a:rPr>
              <a:t>0</a:t>
            </a:r>
          </a:p>
        </p:txBody>
      </p:sp>
      <p:sp>
        <p:nvSpPr>
          <p:cNvPr id="239" name="Szövegdoboz 238">
            <a:extLst>
              <a:ext uri="{FF2B5EF4-FFF2-40B4-BE49-F238E27FC236}">
                <a16:creationId xmlns:a16="http://schemas.microsoft.com/office/drawing/2014/main" id="{83B45D87-F932-DD81-48E8-369D3C8C14FA}"/>
              </a:ext>
            </a:extLst>
          </p:cNvPr>
          <p:cNvSpPr txBox="1"/>
          <p:nvPr/>
        </p:nvSpPr>
        <p:spPr>
          <a:xfrm>
            <a:off x="16622191" y="2791693"/>
            <a:ext cx="5791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  <a:latin typeface="Arial Black" panose="020B0A04020102020204" pitchFamily="34" charset="0"/>
              </a:rPr>
              <a:t>Hibák száma:</a:t>
            </a:r>
            <a:endParaRPr lang="hu-HU" dirty="0">
              <a:solidFill>
                <a:schemeClr val="bg2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021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lumMod val="10000"/>
              </a:schemeClr>
            </a:gs>
            <a:gs pos="100000">
              <a:schemeClr val="tx1"/>
            </a:gs>
          </a:gsLst>
          <a:lin ang="6600000" scaled="0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466AEB-BD28-238F-E93C-9E236BED8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Ábra 4" descr="Könyvjelző egyszínű kitöltéssel">
            <a:extLst>
              <a:ext uri="{FF2B5EF4-FFF2-40B4-BE49-F238E27FC236}">
                <a16:creationId xmlns:a16="http://schemas.microsoft.com/office/drawing/2014/main" id="{BB698927-4D42-DADB-518B-992D70D45C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8509" y="-170936"/>
            <a:ext cx="1802859" cy="1802859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6753EA2A-6DA0-DA6F-4742-044DE28D2937}"/>
              </a:ext>
            </a:extLst>
          </p:cNvPr>
          <p:cNvSpPr txBox="1"/>
          <p:nvPr/>
        </p:nvSpPr>
        <p:spPr>
          <a:xfrm>
            <a:off x="11104606" y="38784"/>
            <a:ext cx="690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b="1" dirty="0">
                <a:latin typeface="Arial Black" panose="020B0A04020102020204" pitchFamily="34" charset="0"/>
              </a:rPr>
              <a:t>IKT</a:t>
            </a:r>
          </a:p>
        </p:txBody>
      </p:sp>
      <p:pic>
        <p:nvPicPr>
          <p:cNvPr id="9" name="Ábra 8" descr="Értekezlet körvonalas">
            <a:extLst>
              <a:ext uri="{FF2B5EF4-FFF2-40B4-BE49-F238E27FC236}">
                <a16:creationId xmlns:a16="http://schemas.microsoft.com/office/drawing/2014/main" id="{EAB4D961-9A81-2AF3-539C-D443E23633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04606" y="324132"/>
            <a:ext cx="690664" cy="690664"/>
          </a:xfrm>
          <a:prstGeom prst="rect">
            <a:avLst/>
          </a:prstGeom>
        </p:spPr>
      </p:pic>
      <p:sp>
        <p:nvSpPr>
          <p:cNvPr id="91" name="Szövegdoboz 90">
            <a:extLst>
              <a:ext uri="{FF2B5EF4-FFF2-40B4-BE49-F238E27FC236}">
                <a16:creationId xmlns:a16="http://schemas.microsoft.com/office/drawing/2014/main" id="{3D1E6018-1199-C942-CDD8-F259D9166121}"/>
              </a:ext>
            </a:extLst>
          </p:cNvPr>
          <p:cNvSpPr txBox="1"/>
          <p:nvPr/>
        </p:nvSpPr>
        <p:spPr>
          <a:xfrm>
            <a:off x="86022" y="2620057"/>
            <a:ext cx="120199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5400" dirty="0">
                <a:solidFill>
                  <a:schemeClr val="bg1"/>
                </a:solidFill>
                <a:latin typeface="Arial Black" panose="020B0A04020102020204" pitchFamily="34" charset="0"/>
              </a:rPr>
              <a:t>Köszönjük a figyelmet!</a:t>
            </a:r>
            <a:endParaRPr lang="hu-HU" sz="5400" dirty="0"/>
          </a:p>
        </p:txBody>
      </p:sp>
      <p:sp>
        <p:nvSpPr>
          <p:cNvPr id="93" name="Szövegdoboz 92">
            <a:extLst>
              <a:ext uri="{FF2B5EF4-FFF2-40B4-BE49-F238E27FC236}">
                <a16:creationId xmlns:a16="http://schemas.microsoft.com/office/drawing/2014/main" id="{655A244C-F546-52A0-1D06-168C0083826A}"/>
              </a:ext>
            </a:extLst>
          </p:cNvPr>
          <p:cNvSpPr txBox="1"/>
          <p:nvPr/>
        </p:nvSpPr>
        <p:spPr>
          <a:xfrm>
            <a:off x="86022" y="6195314"/>
            <a:ext cx="120199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1600" dirty="0">
                <a:solidFill>
                  <a:schemeClr val="bg1"/>
                </a:solidFill>
                <a:latin typeface="Arial Black" panose="020B0A04020102020204" pitchFamily="34" charset="0"/>
              </a:rPr>
              <a:t>Készítette: Tóth Tihamér</a:t>
            </a:r>
            <a:endParaRPr lang="hu-HU" sz="1600" dirty="0"/>
          </a:p>
        </p:txBody>
      </p:sp>
    </p:spTree>
    <p:extLst>
      <p:ext uri="{BB962C8B-B14F-4D97-AF65-F5344CB8AC3E}">
        <p14:creationId xmlns:p14="http://schemas.microsoft.com/office/powerpoint/2010/main" val="2988728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417</Words>
  <Application>Microsoft Office PowerPoint</Application>
  <PresentationFormat>Szélesvásznú</PresentationFormat>
  <Paragraphs>216</Paragraphs>
  <Slides>10</Slides>
  <Notes>5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Arial Black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Tihamér Tóth</dc:creator>
  <cp:lastModifiedBy>Tihamér Tóth</cp:lastModifiedBy>
  <cp:revision>5</cp:revision>
  <dcterms:created xsi:type="dcterms:W3CDTF">2026-10-13T14:02:58Z</dcterms:created>
  <dcterms:modified xsi:type="dcterms:W3CDTF">2026-10-13T18:42:30Z</dcterms:modified>
</cp:coreProperties>
</file>