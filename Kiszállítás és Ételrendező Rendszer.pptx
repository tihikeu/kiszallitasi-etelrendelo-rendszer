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C785"/>
    <a:srgbClr val="296075"/>
    <a:srgbClr val="2738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022DD4-2A6D-42E0-AABB-5B8F006F0B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30400E1-CBE9-4E39-828A-F588DCFA7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5DB078-E5E2-40DA-92D9-018BDC8E0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8388F4A-FEF0-4BC3-9589-5C8E02AA3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6E1DFA3-F91B-4D65-A533-24727766C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7931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2995FB-00E4-4F26-99B2-D3893D109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DFC494B-15A2-4468-9082-FB341F8C4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D74B244-0070-41C4-9663-BDB800AE9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0DF002-CE2F-4296-B3D4-761C8F20B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78481A9-BC92-4E76-BC62-330D6AE85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3656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2839C-949E-4CE2-9D14-C93519F24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9C930AF-BAD8-47A0-B74A-4090BCB6C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3B86E44-5C1E-4EBE-B810-1FA74D42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E6D2F9-5B14-483F-B1E5-D1A116BFB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FE136F3-7846-4F09-95B3-391241EC0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4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58959D-7593-4628-AC08-A4B3E111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4A2244-F549-4F82-9542-F1A176E5C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5E8F868-90CD-416C-86A5-3D4FEDA43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A4AA279-8376-4F8D-801F-74FB6A609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F6DBD34-031F-4C24-95D9-959847FA3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B0B89BB-40BF-4771-B740-A6C976A53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115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0B64C3B-993F-4CDB-91B7-E4A24F27A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A963283-424A-49FE-8EEA-D0ACC1B38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790E39B-51B5-4F6E-9EE2-DB675D471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D7746B2-D4F0-407C-BBDF-952A36C258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839A77-B31D-4D28-924D-BB544930DB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5DBF9E7-DF9D-4C5F-AA73-72A8083B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0C0F162-94AB-492C-B291-46D7D0110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4D7BF15-FD9A-4B86-8AD2-A2481C6A5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7520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289AB43-5526-471E-863E-ABD4F089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A4BD1F5-E35D-472A-9E47-79733F160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331AEA4-59F4-42B0-8D11-1CA908FD6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A9B33F3-CF59-4662-87F4-E2A7CFE4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627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679A49F-5F00-427C-8C4F-E1D9125C4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C4EA7782-24A7-4496-BD0B-F5B443B6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F3840C1-253B-42D5-94FC-57230D3A0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378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2AA213-7D15-44C0-A87B-F96CBF516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9A8A28-DEF0-425C-8BA9-9C58315C7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D6F90FE-A1E7-4255-A6BD-CD3C6DBB5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5085544-1C3D-4C02-A7DA-D4D56F98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73D804B-878E-47F5-A4F1-C99917578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7FC549-8E8D-4C2F-B66F-48180C15C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3801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42EC75-5215-48DF-AAF6-E6EF31534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A40F6FBF-2DF4-427A-8833-0A9123EB97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654BFF3-C3E0-4F43-820F-41358F32DC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AFABA67-8B04-4427-B820-366211656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DE5B86D-E464-4F32-A249-16262A34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AEA23C7-7608-4854-8512-87313FFB3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17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405FDA-2A45-431F-9AC7-4EF2EE75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D789EAD-FAB3-4842-B08F-8F0BE6580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39FBEED-2700-4C7D-B096-D45636B6D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E1BF877-B1D6-4EC9-A1B9-FC9D7C99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8A128D7-5117-48A8-9BD4-FA07DF03B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848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E265D12-15FD-40EE-9593-CF1F77D136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56F1E29-E8A1-4198-9ED9-B19D87CD8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90F7C0-5A5C-40A7-AB48-1FF69EC35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82F4D7A-FBFC-49A7-AC11-099F3D27B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476C22B-E284-4361-864F-5FA4C27E1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8984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A5A4A35-8388-4682-AB45-476BAE5FA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6A638B-1976-4492-89A5-C63FFD1A7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FDBE09F-656A-49CF-9F7A-FE0483BE03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EA063-3AA9-4E46-8E09-26CB67C754C8}" type="datetimeFigureOut">
              <a:rPr lang="hu-HU" smtClean="0"/>
              <a:t>2026. 10. 08.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9595D6-ADCF-4CB7-8F5B-D1479F5D92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45AC91F-D692-4A7F-8C76-25F9B38B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5881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6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8055AE-15D0-4C0F-A351-BE37B8BA9C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r>
              <a:rPr lang="hu-HU" b="1" i="0" dirty="0">
                <a:solidFill>
                  <a:srgbClr val="57C785"/>
                </a:solidFill>
                <a:effectLst/>
                <a:latin typeface="Lucida Fax" panose="02060602050505020204" pitchFamily="18" charset="0"/>
              </a:rPr>
              <a:t>Kiszállítás és </a:t>
            </a:r>
            <a:r>
              <a:rPr lang="hu-HU" b="1" dirty="0">
                <a:solidFill>
                  <a:srgbClr val="57C785"/>
                </a:solidFill>
                <a:latin typeface="Lucida Fax" panose="02060602050505020204" pitchFamily="18" charset="0"/>
              </a:rPr>
              <a:t>É</a:t>
            </a:r>
            <a:r>
              <a:rPr lang="hu-HU" b="1" i="0" dirty="0">
                <a:solidFill>
                  <a:srgbClr val="57C785"/>
                </a:solidFill>
                <a:effectLst/>
                <a:latin typeface="Lucida Fax" panose="02060602050505020204" pitchFamily="18" charset="0"/>
              </a:rPr>
              <a:t>telrendező Rendszer</a:t>
            </a:r>
            <a:endParaRPr lang="hu-HU" dirty="0">
              <a:solidFill>
                <a:srgbClr val="57C785"/>
              </a:solidFill>
              <a:latin typeface="Lucida Fax" panose="020606020505050202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CCC5447-3627-4BD1-97DA-445C3D7170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rgbClr val="296075"/>
                </a:solidFill>
              </a:rPr>
              <a:t>Készítette: Tóth Tihamér &amp; Szilágyi Levente</a:t>
            </a:r>
          </a:p>
        </p:txBody>
      </p:sp>
    </p:spTree>
    <p:extLst>
      <p:ext uri="{BB962C8B-B14F-4D97-AF65-F5344CB8AC3E}">
        <p14:creationId xmlns:p14="http://schemas.microsoft.com/office/powerpoint/2010/main" val="36710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: lekerekített 1">
            <a:extLst>
              <a:ext uri="{FF2B5EF4-FFF2-40B4-BE49-F238E27FC236}">
                <a16:creationId xmlns:a16="http://schemas.microsoft.com/office/drawing/2014/main" id="{9A307570-4965-47D6-ACCD-734F1E02C0C3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Feladat Megosztás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4085979F-35D4-4F83-8586-7CE57B708F30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Időbeosztás</a:t>
            </a: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96ADD803-6926-4BC6-A9E3-5DC8C1619246}"/>
              </a:ext>
            </a:extLst>
          </p:cNvPr>
          <p:cNvSpPr/>
          <p:nvPr/>
        </p:nvSpPr>
        <p:spPr>
          <a:xfrm>
            <a:off x="6256866" y="5074708"/>
            <a:ext cx="2650067" cy="1464733"/>
          </a:xfrm>
          <a:prstGeom prst="roundRect">
            <a:avLst/>
          </a:prstGeom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Tapasztalatok</a:t>
            </a:r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283582A8-0C95-4B26-8734-2CFD4B9347F5}"/>
              </a:ext>
            </a:extLst>
          </p:cNvPr>
          <p:cNvSpPr/>
          <p:nvPr/>
        </p:nvSpPr>
        <p:spPr>
          <a:xfrm>
            <a:off x="9211733" y="5070474"/>
            <a:ext cx="2650067" cy="1464733"/>
          </a:xfrm>
          <a:prstGeom prst="roundRect">
            <a:avLst/>
          </a:prstGeom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Források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CA60A9A3-2D48-4E72-AEB1-1000B502F77D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</p:spTree>
    <p:extLst>
      <p:ext uri="{BB962C8B-B14F-4D97-AF65-F5344CB8AC3E}">
        <p14:creationId xmlns:p14="http://schemas.microsoft.com/office/powerpoint/2010/main" val="679255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0"/>
                            </p:stCondLst>
                            <p:childTnLst>
                              <p:par>
                                <p:cTn id="36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0"/>
                            </p:stCondLst>
                            <p:childTnLst>
                              <p:par>
                                <p:cTn id="43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0E475EA2-92D6-4419-96AA-AA50A27B83E4}"/>
              </a:ext>
            </a:extLst>
          </p:cNvPr>
          <p:cNvSpPr/>
          <p:nvPr/>
        </p:nvSpPr>
        <p:spPr>
          <a:xfrm>
            <a:off x="347132" y="355599"/>
            <a:ext cx="11206239" cy="61938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93B7DE3-28CF-440C-88FD-16BC7E456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9" y="951316"/>
            <a:ext cx="10515600" cy="1325563"/>
          </a:xfrm>
        </p:spPr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2DC08E2-70B9-4CE6-9F78-B6C0A0E322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872595"/>
            <a:ext cx="5019135" cy="3304367"/>
          </a:xfrm>
        </p:spPr>
        <p:txBody>
          <a:bodyPr/>
          <a:lstStyle/>
          <a:p>
            <a:pPr marL="0" indent="0">
              <a:buNone/>
            </a:pPr>
            <a:r>
              <a:rPr lang="hu-HU" dirty="0"/>
              <a:t>Tihamér:</a:t>
            </a:r>
          </a:p>
          <a:p>
            <a:pPr>
              <a:buBlip>
                <a:blip r:embed="rId2"/>
              </a:buBlip>
            </a:pPr>
            <a:r>
              <a:rPr lang="hu-HU" dirty="0" err="1"/>
              <a:t>asd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509200A-0998-4DFF-91FD-2FE0399BA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57335" y="2872595"/>
            <a:ext cx="5204961" cy="3304368"/>
          </a:xfrm>
        </p:spPr>
        <p:txBody>
          <a:bodyPr/>
          <a:lstStyle/>
          <a:p>
            <a:pPr marL="0" indent="0">
              <a:buNone/>
            </a:pPr>
            <a:r>
              <a:rPr lang="hu-HU" dirty="0"/>
              <a:t>Levente:</a:t>
            </a:r>
          </a:p>
        </p:txBody>
      </p:sp>
    </p:spTree>
    <p:extLst>
      <p:ext uri="{BB962C8B-B14F-4D97-AF65-F5344CB8AC3E}">
        <p14:creationId xmlns:p14="http://schemas.microsoft.com/office/powerpoint/2010/main" val="26750590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23</Words>
  <Application>Microsoft Office PowerPoint</Application>
  <PresentationFormat>Szélesvásznú</PresentationFormat>
  <Paragraphs>10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Lucida Fax</vt:lpstr>
      <vt:lpstr>Office-téma</vt:lpstr>
      <vt:lpstr>Kiszállítás és Ételrendező Rendszer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Kiszállítás és Ételrendező Rendszer</dc:title>
  <dc:creator>Szilágyi Levente</dc:creator>
  <cp:lastModifiedBy>Szilágyi Levente</cp:lastModifiedBy>
  <cp:revision>4</cp:revision>
  <dcterms:created xsi:type="dcterms:W3CDTF">2026-10-08T06:14:56Z</dcterms:created>
  <dcterms:modified xsi:type="dcterms:W3CDTF">2026-10-08T06:41:13Z</dcterms:modified>
</cp:coreProperties>
</file>